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F4DFFA-334A-45C6-8910-37C9FB8814FB}">
  <a:tblStyle styleId="{FCF4DFFA-334A-45C6-8910-37C9FB8814F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9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3c115974e9_0_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
        <p:nvSpPr>
          <p:cNvPr id="63" name="Google Shape;63;g13c115974e9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g13c115974e9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Good Morning everyone, I'm Matteo Campana and today I will present my thesis work denominated "Semantic Segmentation for Remote Sensing Images"</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3a36c98db6_0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3a36c98db6_0_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summary of my presentation, I will start with a brief introduction in which I will present the scenario in which this study was carried out, and then move on to analyze the starting proposed model and the experimental solutions in their various components, ending with the discussion of the results and possible future developments.</a:t>
            </a:r>
            <a:endParaRPr/>
          </a:p>
        </p:txBody>
      </p:sp>
      <p:sp>
        <p:nvSpPr>
          <p:cNvPr id="76" name="Google Shape;76;g13a36c98db6_0_17: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3a36c98db6_0_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 detection of objects in images from high-resolution remote sensing consists in determining, automatically or semi-automatically, if an image aerial or satellite, contains one or more entities of interest and, subsequently, in determining their position within the area under investigation. However, extract consistent information in urban environments, characterized by an enormous density of objects classified in a confined space or within the same area remains a particularly demanding challenge.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 two main critical factors that usually affects the process of achieving the basic goals were, on one side, a high level of variability within the same class combined with low variability between classes and , on the other side, the local weather conditions at time of image shooting.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Recently, promising results towards this goal were obtained making use of deep convolutional neural networks models, instead of classic techniques as template matching and pixel classification algorithms.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Herein, starting from the image-2-image translation model, based on deep convolutional neural networks we developed an improved methods that makes use of self-distillation with no labels pre-training technique to extract high accuracy semantic segmentation masks.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In the classic image classification task, the problem can be formulated as follows: “given a query, obtain the labels of all objects present”. In the field of current data analysis, digital images are treated as three-dimensional matrices of significant dimension. These huge matrices can contain a sub-vector within each cell that can identify the properties of the pixel, such as the color ranges or other informations.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 set of properties, relation to images, is defined in the literature as “channels” of the image. However the properties of the individual pixels may not be limited only to the chromatic “channels” they may also contain additional metadata relating the nomenclature of the individual pixels such as the object to which the pixel belongs.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This specific additional metadata related to each pixel that tells us which object the pixel belongs is denominated in literature as the mask of the pixel.</a:t>
            </a:r>
            <a:endParaRPr>
              <a:solidFill>
                <a:schemeClr val="dk1"/>
              </a:solidFill>
            </a:endParaRPr>
          </a:p>
          <a:p>
            <a:pPr indent="0" lvl="0" marL="0" rtl="0" algn="l">
              <a:spcBef>
                <a:spcPts val="0"/>
              </a:spcBef>
              <a:spcAft>
                <a:spcPts val="0"/>
              </a:spcAft>
              <a:buNone/>
            </a:pPr>
            <a:r>
              <a:t/>
            </a:r>
            <a:endParaRPr/>
          </a:p>
        </p:txBody>
      </p:sp>
      <p:sp>
        <p:nvSpPr>
          <p:cNvPr id="82" name="Google Shape;82;g13a36c98db6_0_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2035a1bf62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2035a1bf62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For example, given the photo of an airplane, it is possible to add a channel to the image to tell whether the pixel is part of the whole that forms the "plane" object, or it belongs to those that make up the background.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To do this, various techniques and methods have been developed over the years. Currently, the most commonly used one is semantic segmentation, or image segmentation, which consists in grouping parts of an image that belong to the same class of objects. </a:t>
            </a:r>
            <a:r>
              <a:rPr lang="en-US"/>
              <a:t>It is a form of pixel-level “prediction”, as each pixel in an image is classified according a category.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 segmentation is a more advanced and challenging process than </a:t>
            </a:r>
            <a:r>
              <a:rPr lang="en-US"/>
              <a:t>ordinary</a:t>
            </a:r>
            <a:r>
              <a:rPr lang="en-US"/>
              <a:t> image classification. It brings the work to a higher level by trying to accurately identify the exact boundary of the objects in the scene.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Turning back to our example we intend to create an </a:t>
            </a:r>
            <a:r>
              <a:rPr lang="en-US"/>
              <a:t>algorithm</a:t>
            </a:r>
            <a:r>
              <a:rPr lang="en-US"/>
              <a:t>/model for images deriving from remote sensing applications, with the “semantic </a:t>
            </a:r>
            <a:r>
              <a:rPr lang="en-US"/>
              <a:t>segmentation</a:t>
            </a:r>
            <a:r>
              <a:rPr lang="en-US"/>
              <a:t>” techniques, capable of </a:t>
            </a:r>
            <a:r>
              <a:rPr lang="en-US"/>
              <a:t>identifying</a:t>
            </a:r>
            <a:r>
              <a:rPr lang="en-US"/>
              <a:t> whether each pixel belongs to the airplane or the background. In practice the task assign each pixel of the studied area a </a:t>
            </a:r>
            <a:r>
              <a:rPr lang="en-US"/>
              <a:t>specific</a:t>
            </a:r>
            <a:r>
              <a:rPr lang="en-US"/>
              <a:t> identification category previously defined in an arbitrary manner.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0" name="Google Shape;90;g12035a1bf62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3a36c98db6_0_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Over the past 20 years, several studies and reports have demonstrated the usefulness and effectiveness of this methodology in various applications or contexts, such as monitoring urban areas, land use, environmental protection, and traffic control.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 classification phase generally focuses on extracting specific categories from the image, such as building, linear structures, vehicles, and artificial and natural vegetated surfaces such as agricultural crops, woods meadows, swamps.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However, extracting consistent information in urban environments, characterized by an enormous density of objects classified as in a confined space or within the same area of interest, remains a particularly demanding challenge.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 two main critical factors that usually affects the process of achieving  the basic goals were, on one side, a high level of variability within the same class combined with a low variability between classes and , on the other side, local weather conditions at the time of image shooting.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With regard to the first point, it is possible to observe that, for the sample to be classified, the data relating to its characteristics, as they are, in our case, size, shape, or color, may vary to a considerable extent between objects belonging to the same class, while samples of different classes differ a lot in these areas.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Buildings identified by the same class are often built in different material such as concrete, bricks, glass, and have different structures. Different shapes and colors characterize the vehicles. Depending on the seasonand the state of the vegetation can vary in density, extension, and color. On the other hand, semantically different objects classified manually may have similar characteristics (such as roof, sidewalks, road made of the same material like concrete).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As far as the weather conditions are concerned, the problem relates to the possibility that these can affect visibility by occluding parts of the image. Cloudy weather or a large amount of air pollution, mainly present in urban or industrial areas, cause distortion and artifacts in the reference images, which will then recur, causing problems in various algorithm implementations, leading to errors of various kinds.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96" name="Google Shape;96;g13a36c98db6_0_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3ae9c7841a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3ae9c7841a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Semantic segmentation, however, while remaining a challenging task compared to others areas of application of computer vision, has made great strides thanks to numerous efforts and significant investments.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US">
                <a:solidFill>
                  <a:schemeClr val="dk1"/>
                </a:solidFill>
              </a:rPr>
              <a:t>It is indeed possible to easily find extensive archives of annotated image data. These datasets are currently in public use and freely available, and are also constantly updated and maintained by large companies and/or government agencies.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Each of the mentioned datasets focuses on a particular aspect of semantic understanding. Cityscapes focus on the semantic understanding of urban street scenes. ADE20K is focused on scenes landscape. The COCO-stuff (Common Objects in COntext) dataset instead focuses on object detection and image capturing. Finally PASCAL dataset Context focuses on classifying environments such as offices, apartment interior, an laboratories.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Unlike the above mentioned datasets, current efforts to achieve accurate aerial segmentation for the purpose listed above are hampered by the scarcity of organic data collections. This problem is likely due to the intrinsic complexity and high costs of the satellite imagery acquisition process in terms of time and money.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Unlike natural images, which can be quickly captured and classified, satellite images require high budget for acquisition and adequate experience to extract the correct masks. In different contexts, moreover, specific competence is needed to identify the various objects of interest and assign them to the proper classes.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104" name="Google Shape;104;g13ae9c7841a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3b6b67357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3b6b673570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The I.S.P.R.S. international company for photogrammetry and remote sensing provided the dataset on which the work of this thesis is based. It is a non-governmental organization dedicated to developing international cooperation for the advancement of photogrammetry and remote sensing and their applications.</a:t>
            </a:r>
            <a:endParaRPr/>
          </a:p>
        </p:txBody>
      </p:sp>
      <p:sp>
        <p:nvSpPr>
          <p:cNvPr id="110" name="Google Shape;110;g13b6b673570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3a36c98db6_0_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3a36c98db6_0_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The dataset used refers to the city of Potsdam. It shows a typical historical city with large blocks of buildings, narrow streets, and dense settlement structures.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This dataset was originally designed as a benchmark for the automated extraction of urban objects from data acquired by airborne sensors. What makes this task challenging is the very heterogeneous appearance of objects like buildings, streets, trees and cars in very high-resolution data.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The dataset was provided in the form of a tessellated map divided into macroblocks. Each of the 38 macroblocks of the map consists of high-resolution (6000x6000 pixel) treue orthophoto (TOP) images. Each area was associated with a semantic segmentation mask manually classified into six land cover classes.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117" name="Google Shape;117;g13a36c98db6_0_41: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Since the first appearance of satellite images, a field that began to develop in the civil field from the 1980s, several increasingly sophisticated  technologies have been used. Among the main techniques employed, we can mention clustering algorithms such as k-nn, k-means, or decision-making processes such as random-forest. However, with the increase in the precision of instruments and sensors, which have made it possible to collect ever more detailed data, as well as larger images, these approaches have revealed their limitations, proving to be less and less adequate. Among the main problems emerged, complexity and computational load were the most significant.</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US"/>
              <a:t>To obtain a high precision level of analysis it is not sufficient to analyze an image pixel by pixel but it is necessary to consider the context of each object. Models capable of understanding the individual instances to be identified and the context in which they are found have </a:t>
            </a:r>
            <a:r>
              <a:rPr lang="en-US"/>
              <a:t>so</a:t>
            </a:r>
            <a:r>
              <a:rPr lang="en-US"/>
              <a:t> far </a:t>
            </a:r>
            <a:r>
              <a:rPr lang="en-US"/>
              <a:t>provided</a:t>
            </a:r>
            <a:r>
              <a:rPr lang="en-US"/>
              <a:t> the most satisfactory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a:t>
            </a:r>
            <a:r>
              <a:rPr lang="en-US"/>
              <a:t>analysis</a:t>
            </a:r>
            <a:r>
              <a:rPr lang="en-US"/>
              <a:t> methodology, indicated by the acronym OBIA object-based image analysis, identifies two macro-areas of interest, the segmentation of images previously described and the clas</a:t>
            </a:r>
            <a:r>
              <a:rPr lang="en-US"/>
              <a:t>sification of </a:t>
            </a:r>
            <a:r>
              <a:rPr lang="en-US"/>
              <a:t>detected</a:t>
            </a:r>
            <a:r>
              <a:rPr lang="en-US"/>
              <a:t> objects.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Of the two methodologies, semantic segmentation was the one that aroused the greatest interest in the last decade, not only in the field of </a:t>
            </a:r>
            <a:r>
              <a:rPr lang="en-US"/>
              <a:t>Computer</a:t>
            </a:r>
            <a:r>
              <a:rPr lang="en-US"/>
              <a:t> Vision but also in other disciplines such as biomedical </a:t>
            </a:r>
            <a:r>
              <a:rPr lang="en-US"/>
              <a:t>technologies</a:t>
            </a:r>
            <a:r>
              <a:rPr lang="en-US"/>
              <a:t> or the automation sector with </a:t>
            </a:r>
            <a:r>
              <a:rPr lang="en-US"/>
              <a:t>particular</a:t>
            </a:r>
            <a:r>
              <a:rPr lang="en-US"/>
              <a:t> interest in the automotive 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interest and progress of semantic segmentation technologies have promoted,  the rapid development of the Computer Vision sector, and thanks to the high adaptability of neural networks models, the progresses obtained in a given field were immediately applied to the other fields making possible an exponential development of the sector and research. </a:t>
            </a:r>
            <a:r>
              <a:rPr lang="en-US"/>
              <a:t>This process exploded in the computer vision community by 2014 with the use for the first time of convolutional neural networks. The study highlighted how the change of approach applied to the semantic segmentation competition and carried out using the PASCAL VOC dataset as reference, had let to an </a:t>
            </a:r>
            <a:r>
              <a:rPr lang="en-US"/>
              <a:t>improvement</a:t>
            </a:r>
            <a:r>
              <a:rPr lang="en-US"/>
              <a:t> in performance larger than twenty percent.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further improvement and significant contribution come in 2015 from the field of biomedical sciences, within which a </a:t>
            </a:r>
            <a:r>
              <a:rPr lang="en-US"/>
              <a:t>framework</a:t>
            </a:r>
            <a:r>
              <a:rPr lang="en-US"/>
              <a:t> was developed for recognition and analysis of various biomedical data to help </a:t>
            </a:r>
            <a:r>
              <a:rPr lang="en-US"/>
              <a:t>in the</a:t>
            </a:r>
            <a:r>
              <a:rPr lang="en-US"/>
              <a:t> diagnosis of various diseases. Specific attention was paid in particular to deformations of the cranial cortex and the identification of malignant masses that can be easily escape, due to their small size.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framework took the name of UNet from the work of Ronnenberg et al. in </a:t>
            </a:r>
            <a:r>
              <a:rPr lang="en-US"/>
              <a:t>which</a:t>
            </a:r>
            <a:r>
              <a:rPr lang="en-US"/>
              <a:t> the encoder-decoder paradigm was introduced, and makes use of two convolutional networks. The first, with encoder </a:t>
            </a:r>
            <a:r>
              <a:rPr lang="en-US"/>
              <a:t>functions</a:t>
            </a:r>
            <a:r>
              <a:rPr lang="en-US"/>
              <a:t>, takes care of gradually reducing the representation space through convolutional filters. The second, with decoder function, takes the </a:t>
            </a:r>
            <a:r>
              <a:rPr lang="en-US"/>
              <a:t>result</a:t>
            </a:r>
            <a:r>
              <a:rPr lang="en-US"/>
              <a:t> of the first network as input and performs transpose convolutional operations intending to reconstruct the original image, or the </a:t>
            </a:r>
            <a:r>
              <a:rPr lang="en-US"/>
              <a:t>segmentation</a:t>
            </a:r>
            <a:r>
              <a:rPr lang="en-US"/>
              <a:t> mask given by the target, through various upsampling steps.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All the methodologies reported so far fall within the scope </a:t>
            </a:r>
            <a:r>
              <a:rPr lang="en-US"/>
              <a:t>of</a:t>
            </a:r>
            <a:r>
              <a:rPr lang="en-US"/>
              <a:t> techniques called supervised learning, </a:t>
            </a:r>
            <a:r>
              <a:rPr lang="en-US"/>
              <a:t>through</a:t>
            </a:r>
            <a:r>
              <a:rPr lang="en-US"/>
              <a:t> </a:t>
            </a:r>
            <a:r>
              <a:rPr lang="en-US"/>
              <a:t>which</a:t>
            </a:r>
            <a:r>
              <a:rPr lang="en-US"/>
              <a:t>, given the starting images and target </a:t>
            </a:r>
            <a:r>
              <a:rPr lang="en-US"/>
              <a:t>image</a:t>
            </a:r>
            <a:r>
              <a:rPr lang="en-US"/>
              <a:t>, i.e., processed images, they attempt to extract the </a:t>
            </a:r>
            <a:r>
              <a:rPr lang="en-US"/>
              <a:t>segmentation</a:t>
            </a:r>
            <a:r>
              <a:rPr lang="en-US"/>
              <a:t> mask for the samples not yet processed. In this process larger the dataset the </a:t>
            </a:r>
            <a:r>
              <a:rPr lang="en-US"/>
              <a:t>greater</a:t>
            </a:r>
            <a:r>
              <a:rPr lang="en-US"/>
              <a:t> the accuracy that the model can reach. A </a:t>
            </a:r>
            <a:r>
              <a:rPr lang="en-US"/>
              <a:t>limited</a:t>
            </a:r>
            <a:r>
              <a:rPr lang="en-US"/>
              <a:t> quantity of reference samples can lead to poor performance in terms of model accuracy.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recent years, various techniques and frameworks </a:t>
            </a:r>
            <a:r>
              <a:rPr lang="en-US"/>
              <a:t>have emerged</a:t>
            </a:r>
            <a:r>
              <a:rPr lang="en-US"/>
              <a:t> that allow us to train the networks without the need to resort to large amounts of reference images.  These </a:t>
            </a:r>
            <a:r>
              <a:rPr lang="en-US"/>
              <a:t>techniques</a:t>
            </a:r>
            <a:r>
              <a:rPr lang="en-US"/>
              <a:t> do not use or make limited use of images already processed </a:t>
            </a:r>
            <a:r>
              <a:rPr lang="en-US"/>
              <a:t>manually</a:t>
            </a:r>
            <a:r>
              <a:rPr lang="en-US"/>
              <a:t> by experts in the field. This </a:t>
            </a:r>
            <a:r>
              <a:rPr lang="en-US"/>
              <a:t>make</a:t>
            </a:r>
            <a:r>
              <a:rPr lang="en-US"/>
              <a:t> it possible to </a:t>
            </a:r>
            <a:r>
              <a:rPr lang="en-US"/>
              <a:t>achieve</a:t>
            </a:r>
            <a:r>
              <a:rPr lang="en-US"/>
              <a:t> </a:t>
            </a:r>
            <a:r>
              <a:rPr lang="en-US"/>
              <a:t>excellent</a:t>
            </a:r>
            <a:r>
              <a:rPr lang="en-US"/>
              <a:t> results even in the absence of large datasets mitigating the criticalities due to the reduced availability </a:t>
            </a:r>
            <a:r>
              <a:rPr lang="en-US"/>
              <a:t>of already</a:t>
            </a:r>
            <a:r>
              <a:rPr lang="en-US"/>
              <a:t> labelled material.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goal of these new methods is to generate a reduced-size representation of the features of the image to be analyzed and then use that exact latent representation in a new network that aims to generate segmentation mask. Herein we illustrate a new methodology to extract segmentation masks from images obtained from satellite telemetry systems.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Based on </a:t>
            </a:r>
            <a:r>
              <a:rPr lang="en-US"/>
              <a:t>the technique</a:t>
            </a:r>
            <a:r>
              <a:rPr lang="en-US"/>
              <a:t> developed in the study “MARE: Self-supervised multi-attention resu-net” in combination </a:t>
            </a:r>
            <a:r>
              <a:rPr lang="en-US"/>
              <a:t>with vector</a:t>
            </a:r>
            <a:r>
              <a:rPr lang="en-US"/>
              <a:t> quantization, and the new self-distillation pre-training method DINO, in our work, we have tried to improve the model accuracy.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work covered in this thesis based on MARE hinges on two major focal points. The first concern a convolutional neural network that uses a ResNet as a backbone, combined with an architecture that </a:t>
            </a:r>
            <a:r>
              <a:rPr lang="en-US"/>
              <a:t>follows</a:t>
            </a:r>
            <a:r>
              <a:rPr lang="en-US"/>
              <a:t> UNet. The second lever, </a:t>
            </a:r>
            <a:r>
              <a:rPr lang="en-US"/>
              <a:t>which</a:t>
            </a:r>
            <a:r>
              <a:rPr lang="en-US"/>
              <a:t> is the peculiarity of the network used in the </a:t>
            </a:r>
            <a:r>
              <a:rPr lang="en-US"/>
              <a:t>original</a:t>
            </a:r>
            <a:r>
              <a:rPr lang="en-US"/>
              <a:t> paper MAResUNet by the authors Li et. al., consists in the insertion of a “Linear </a:t>
            </a:r>
            <a:r>
              <a:rPr lang="en-US"/>
              <a:t>Attention</a:t>
            </a:r>
            <a:r>
              <a:rPr lang="en-US"/>
              <a:t> Mechanism” between the skip connection within the architecture itself.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introduction of a </a:t>
            </a:r>
            <a:r>
              <a:rPr lang="en-US">
                <a:solidFill>
                  <a:schemeClr val="dk1"/>
                </a:solidFill>
              </a:rPr>
              <a:t>“Linear Attention Mechanism” not only allows to effectively select the features, as demonstrated by the manifold works carried out on this mechanisms but requires a lower computational cost than the most widespread attention algorithm based on “dot-product attention”.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Starting from the work on Masocci et al. by previous authors, the present study was directed at obtaining an improved version of the model, with special reference to the level of accuracy. In particular, the study aimed to improve the precision in rendering the predicted images with respect to the relevant target ones in semantic segmentation. To this end, various experiments were conducted. All the performed tested models share the same architecture, as described in the appropriate sections, and differ in their sizes, pre-training method, and the presence of quantization.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4" name="Google Shape;12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35bf89d3c1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35bf89d3c1_0_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As the foundation for the design of the model </a:t>
            </a:r>
            <a:r>
              <a:rPr lang="en-US"/>
              <a:t>presented</a:t>
            </a:r>
            <a:r>
              <a:rPr lang="en-US"/>
              <a:t> in this thesis, we followed the same </a:t>
            </a:r>
            <a:r>
              <a:rPr lang="en-US"/>
              <a:t>strategy</a:t>
            </a:r>
            <a:r>
              <a:rPr lang="en-US"/>
              <a:t> of the article “MARE: self-supervised Multi Attention ResUnet for semantic </a:t>
            </a:r>
            <a:r>
              <a:rPr lang="en-US"/>
              <a:t>segmentation</a:t>
            </a:r>
            <a:r>
              <a:rPr lang="en-US"/>
              <a:t> in remote sensing”. The </a:t>
            </a:r>
            <a:r>
              <a:rPr lang="en-US"/>
              <a:t>authors</a:t>
            </a:r>
            <a:r>
              <a:rPr lang="en-US"/>
              <a:t> </a:t>
            </a:r>
            <a:r>
              <a:rPr lang="en-US"/>
              <a:t>employ</a:t>
            </a:r>
            <a:r>
              <a:rPr lang="en-US"/>
              <a:t> the </a:t>
            </a:r>
            <a:r>
              <a:rPr lang="en-US"/>
              <a:t>network</a:t>
            </a:r>
            <a:r>
              <a:rPr lang="en-US"/>
              <a:t> configuration conceived by Li et al. in their work “Multistage attention ResU-Net for semantic </a:t>
            </a:r>
            <a:r>
              <a:rPr lang="en-US"/>
              <a:t>segmentation</a:t>
            </a:r>
            <a:r>
              <a:rPr lang="en-US"/>
              <a:t> of fine-resolution remote sensing images”. The model uses the ResUNet framework, where skip-connections link the blocks between encoder and decoder and integrate custom-attention mechanisms layers called LAM  ( Linear Attention Mechanism Module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These modules </a:t>
            </a:r>
            <a:r>
              <a:rPr lang="en-US"/>
              <a:t>which</a:t>
            </a:r>
            <a:r>
              <a:rPr lang="en-US"/>
              <a:t> constitute an </a:t>
            </a:r>
            <a:r>
              <a:rPr lang="en-US"/>
              <a:t>alternative</a:t>
            </a:r>
            <a:r>
              <a:rPr lang="en-US"/>
              <a:t> to traditional Transformers, </a:t>
            </a:r>
            <a:r>
              <a:rPr lang="en-US"/>
              <a:t>have</a:t>
            </a:r>
            <a:r>
              <a:rPr lang="en-US"/>
              <a:t> been implemented to help the network to capture the relation information between the blocks. The LAM </a:t>
            </a:r>
            <a:r>
              <a:rPr lang="en-US"/>
              <a:t>mechanism</a:t>
            </a:r>
            <a:r>
              <a:rPr lang="en-US"/>
              <a:t> has </a:t>
            </a:r>
            <a:r>
              <a:rPr lang="en-US"/>
              <a:t>been</a:t>
            </a:r>
            <a:r>
              <a:rPr lang="en-US"/>
              <a:t> </a:t>
            </a:r>
            <a:r>
              <a:rPr lang="en-US"/>
              <a:t>introduced</a:t>
            </a:r>
            <a:r>
              <a:rPr lang="en-US"/>
              <a:t> in place of classic attention mechanism to reduce the computational complexity due to the high cost of the dot product attention calculation and, consequently, the computation times.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Based on the LAM proposal, the authors redesign the skip connections of the original U-Net and design a ResU-Net with multistage attention layers (MAResUNet). The </a:t>
            </a:r>
            <a:r>
              <a:rPr lang="en-US"/>
              <a:t>acronym</a:t>
            </a:r>
            <a:r>
              <a:rPr lang="en-US"/>
              <a:t> MAResU-Net stands for Multistage Attention ResU-Net. It is the merge of ResNet, short for Residual Network, a specific type of convolutional neural networks that was introduced  in 2015 by He et al. in their article “Deep Residual Learning for image Recognition”, and UNet which is a framework proposed by the document “U-Net: </a:t>
            </a:r>
            <a:r>
              <a:rPr lang="en-US"/>
              <a:t>Convolutional</a:t>
            </a:r>
            <a:r>
              <a:rPr lang="en-US"/>
              <a:t> </a:t>
            </a:r>
            <a:r>
              <a:rPr lang="en-US"/>
              <a:t>Networks</a:t>
            </a:r>
            <a:r>
              <a:rPr lang="en-US"/>
              <a:t> for Biomedical Image </a:t>
            </a:r>
            <a:r>
              <a:rPr lang="en-US"/>
              <a:t>Segmentation</a:t>
            </a:r>
            <a:r>
              <a:rPr lang="en-US"/>
              <a:t>” by Ronnenberg et 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2" name="Google Shape;132;g135bf89d3c1_0_8: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35bf89d3c1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35bf89d3c1_0_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As previously described in the introduction, one of the main critical issues in the development of models for semantic segmentation in remote sensing is the lack of datasets and homogeneity in the nomenclature of the masks / labels.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solidFill>
                  <a:schemeClr val="dk1"/>
                </a:solidFill>
              </a:rPr>
              <a:t>T</a:t>
            </a:r>
            <a:r>
              <a:rPr lang="en-US">
                <a:solidFill>
                  <a:schemeClr val="dk1"/>
                </a:solidFill>
              </a:rPr>
              <a:t>o make up for this lack </a:t>
            </a:r>
            <a:r>
              <a:rPr lang="en-US"/>
              <a:t>various techniques have been refined over the years. These new techniques base their focus on extracting a latent representation of the various data sets independent of the target distributions (the masks in ours study case).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These categories of </a:t>
            </a:r>
            <a:r>
              <a:rPr lang="en-US"/>
              <a:t>approaches</a:t>
            </a:r>
            <a:r>
              <a:rPr lang="en-US"/>
              <a:t> take the name of self-distillation training.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strength of self-distillation learning lies in combining labeled and unlabeled samples to expand the pool of data available for model training. Consequently, it makes it possible to improve the model’s performance by reducing the load and data required for training by not resorting to huge data sets already labeled and cataloged.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This technique arises from the necessity of processing huge amounts of data not yet labeled, and that labeling manually would be costly in terms of time and human resources. Taking as an example the data treated in our thesis, those relating to satellite images, imagine how long and how many people are needed to extract the segmentation masks for an entire city.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So this method allows us to pre-train a network with a large amount of unlabeled data, to obtain an encoder capable of capturing a significant latent representation. Once this encoder has been obtained, we can use it to train a new network even with a small set of labeled data, avoiding overfitting phenomena from occurring.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that we have clarified the objectives of this methodology we can proceed to explain how it works.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Self-distillation is a learning paradigm where we train a student network to match the output of a given teacher network , parameterized by θs and θt respectively. Given an input image x, we fed different augmented version to the two networks. Both networks output probability distributions over K dimensions denoted by Ps and Pt . Given a fixed teacher network , we learn to match these distributions of the student compared with the teacher by minimizing the loss w.r.t. the network’s output of the two distributions.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Reached this stage, we have to update the teacher network. To fulfill this, we cannot merely back-propagate the loss via the teacher, or we will train two different networks, in the same way, ending with a clone of the student. To avoid this scenario, we freeze the parameters of the teacher, and instead of back-propagate the error through it, we update the teacher through a momentum-encoder using the EMA (exponential moving average) based on the student parameters.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0" name="Google Shape;140;g135bf89d3c1_0_16: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3b9d57c8c2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3b9d57c8c2_0_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We continue our discussion with the second version of the tested models.</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In this version, use was made of the framework proposed in the article "Neural Discrete Representation Learning", which combined with our already defined architecture has led to a model based on the VQ-VAE concept using attention mechanisms. The vector quantization technique was introduced due to its considerable success which focuses in images super-resolution and image style transfer.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In our case of study we employ the codebook studied in the article of Oord et al. The model designed by the authors and named VQ-VAE extends the standard variational autoencoder model adding a discrete codebook component to the network.</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US">
                <a:solidFill>
                  <a:schemeClr val="dk1"/>
                </a:solidFill>
              </a:rPr>
              <a:t>This codebook is a list vectors associated with a corresponding index used to quantize the network bottleneck. It works by comparing the encoded input against all vectors inside the codebook, and the relative codebook vectors closest in Euclidean distance is fed to the decoder.</a:t>
            </a:r>
            <a:endParaRPr>
              <a:solidFill>
                <a:schemeClr val="dk1"/>
              </a:solidFill>
            </a:endParaRPr>
          </a:p>
          <a:p>
            <a:pPr indent="0" lvl="0" marL="0" rtl="0" algn="l">
              <a:spcBef>
                <a:spcPts val="0"/>
              </a:spcBef>
              <a:spcAft>
                <a:spcPts val="0"/>
              </a:spcAft>
              <a:buNone/>
            </a:pPr>
            <a:r>
              <a:t/>
            </a:r>
            <a:endParaRPr sz="1850">
              <a:solidFill>
                <a:schemeClr val="dk1"/>
              </a:solidFill>
            </a:endParaRPr>
          </a:p>
          <a:p>
            <a:pPr indent="0" lvl="0" marL="0" rtl="0" algn="l">
              <a:spcBef>
                <a:spcPts val="0"/>
              </a:spcBef>
              <a:spcAft>
                <a:spcPts val="0"/>
              </a:spcAft>
              <a:buNone/>
            </a:pPr>
            <a:r>
              <a:rPr lang="en-US" sz="1750">
                <a:solidFill>
                  <a:schemeClr val="dk1"/>
                </a:solidFill>
              </a:rPr>
              <a:t>We define a latent embedding space e ∈ R</a:t>
            </a:r>
            <a:r>
              <a:rPr lang="en-US" sz="1350">
                <a:solidFill>
                  <a:schemeClr val="dk1"/>
                </a:solidFill>
              </a:rPr>
              <a:t>K</a:t>
            </a:r>
            <a:r>
              <a:rPr lang="en-US" sz="1350">
                <a:solidFill>
                  <a:schemeClr val="dk1"/>
                </a:solidFill>
                <a:latin typeface="Courier New"/>
                <a:ea typeface="Courier New"/>
                <a:cs typeface="Courier New"/>
                <a:sym typeface="Courier New"/>
              </a:rPr>
              <a:t>×</a:t>
            </a:r>
            <a:r>
              <a:rPr lang="en-US" sz="1350">
                <a:solidFill>
                  <a:schemeClr val="dk1"/>
                </a:solidFill>
              </a:rPr>
              <a:t>D </a:t>
            </a:r>
            <a:r>
              <a:rPr lang="en-US" sz="1750">
                <a:solidFill>
                  <a:schemeClr val="dk1"/>
                </a:solidFill>
              </a:rPr>
              <a:t>where K is the size of the discrete latent space (i.e., a K-way categorical), and D is the dimensionality of each latent embedding vector e</a:t>
            </a:r>
            <a:r>
              <a:rPr lang="en-US" sz="1350">
                <a:solidFill>
                  <a:schemeClr val="dk1"/>
                </a:solidFill>
              </a:rPr>
              <a:t>i</a:t>
            </a:r>
            <a:r>
              <a:rPr lang="en-US" sz="1750">
                <a:solidFill>
                  <a:schemeClr val="dk1"/>
                </a:solidFill>
              </a:rPr>
              <a:t>. Note that there are K embedding vectors e</a:t>
            </a:r>
            <a:r>
              <a:rPr lang="en-US" sz="1350">
                <a:solidFill>
                  <a:schemeClr val="dk1"/>
                </a:solidFill>
              </a:rPr>
              <a:t>i </a:t>
            </a:r>
            <a:r>
              <a:rPr lang="en-US" sz="1750">
                <a:solidFill>
                  <a:schemeClr val="dk1"/>
                </a:solidFill>
              </a:rPr>
              <a:t>∈ R</a:t>
            </a:r>
            <a:r>
              <a:rPr lang="en-US" sz="1350">
                <a:solidFill>
                  <a:schemeClr val="dk1"/>
                </a:solidFill>
              </a:rPr>
              <a:t>D </a:t>
            </a:r>
            <a:r>
              <a:rPr lang="en-US" sz="1750">
                <a:solidFill>
                  <a:schemeClr val="dk1"/>
                </a:solidFill>
              </a:rPr>
              <a:t>, i ∈ 1, 2, ..., K. The model takes an input x, that is passed through an encoder producing output z</a:t>
            </a:r>
            <a:r>
              <a:rPr lang="en-US" sz="1350">
                <a:solidFill>
                  <a:schemeClr val="dk1"/>
                </a:solidFill>
              </a:rPr>
              <a:t>e</a:t>
            </a:r>
            <a:r>
              <a:rPr lang="en-US" sz="1750">
                <a:solidFill>
                  <a:schemeClr val="dk1"/>
                </a:solidFill>
              </a:rPr>
              <a:t>(x). The discrete latent variables z are then calculated by a nearest neighbour look-up. The input to the decoder is the corresponding embedding vector e</a:t>
            </a:r>
            <a:r>
              <a:rPr lang="en-US" sz="1350">
                <a:solidFill>
                  <a:schemeClr val="dk1"/>
                </a:solidFill>
              </a:rPr>
              <a:t>k</a:t>
            </a:r>
            <a:r>
              <a:rPr lang="en-US" sz="1750">
                <a:solidFill>
                  <a:schemeClr val="dk1"/>
                </a:solidFill>
              </a:rPr>
              <a:t>. One can see this forward computation pipeline as a regular autoencoder with a particular non-linearity that maps the latents to 1-of-K embedding vectors. The complete set of parameters for the model are union of parameters of the encoder, decoder, and the embedding space e. The posterior categorical distribution q(z|x) probabilities are defined as one-hot as shown in the slides (posterior  = q(z=ek | x) )</a:t>
            </a:r>
            <a:endParaRPr sz="1750">
              <a:solidFill>
                <a:schemeClr val="dk1"/>
              </a:solidFill>
            </a:endParaRPr>
          </a:p>
          <a:p>
            <a:pPr indent="0" lvl="0" marL="0" rtl="0" algn="l">
              <a:spcBef>
                <a:spcPts val="0"/>
              </a:spcBef>
              <a:spcAft>
                <a:spcPts val="0"/>
              </a:spcAft>
              <a:buNone/>
            </a:pPr>
            <a:r>
              <a:t/>
            </a:r>
            <a:endParaRPr sz="1750">
              <a:solidFill>
                <a:schemeClr val="dk1"/>
              </a:solidFill>
            </a:endParaRPr>
          </a:p>
          <a:p>
            <a:pPr indent="0" lvl="0" marL="0" rtl="0" algn="l">
              <a:spcBef>
                <a:spcPts val="0"/>
              </a:spcBef>
              <a:spcAft>
                <a:spcPts val="0"/>
              </a:spcAft>
              <a:buNone/>
            </a:pPr>
            <a:r>
              <a:rPr lang="en-US" sz="1750">
                <a:solidFill>
                  <a:schemeClr val="dk1"/>
                </a:solidFill>
              </a:rPr>
              <a:t>Where z</a:t>
            </a:r>
            <a:r>
              <a:rPr lang="en-US" sz="1350">
                <a:solidFill>
                  <a:schemeClr val="dk1"/>
                </a:solidFill>
              </a:rPr>
              <a:t>e</a:t>
            </a:r>
            <a:r>
              <a:rPr lang="en-US" sz="1750">
                <a:solidFill>
                  <a:schemeClr val="dk1"/>
                </a:solidFill>
              </a:rPr>
              <a:t>(x) is the output of the encoder network. We view this model as a VAE in which we can bound log p(x) with the ELBO. Our proposal distribution q(z = k|x) is deterministic, and by defining a simple uniform prior over z we obtain a KL divergence constant and equal to log K.</a:t>
            </a:r>
            <a:endParaRPr sz="1850">
              <a:solidFill>
                <a:schemeClr val="dk1"/>
              </a:solidFill>
            </a:endParaRPr>
          </a:p>
          <a:p>
            <a:pPr indent="0" lvl="0" marL="0" rtl="0" algn="l">
              <a:spcBef>
                <a:spcPts val="0"/>
              </a:spcBef>
              <a:spcAft>
                <a:spcPts val="0"/>
              </a:spcAft>
              <a:buNone/>
            </a:pPr>
            <a:r>
              <a:t/>
            </a:r>
            <a:endParaRPr sz="1850">
              <a:solidFill>
                <a:schemeClr val="dk1"/>
              </a:solidFill>
            </a:endParaRPr>
          </a:p>
          <a:p>
            <a:pPr indent="0" lvl="0" marL="0" rtl="0" algn="l">
              <a:spcBef>
                <a:spcPts val="0"/>
              </a:spcBef>
              <a:spcAft>
                <a:spcPts val="0"/>
              </a:spcAft>
              <a:buNone/>
            </a:pPr>
            <a:r>
              <a:rPr lang="en-US" sz="1750">
                <a:solidFill>
                  <a:schemeClr val="dk1"/>
                </a:solidFill>
              </a:rPr>
              <a:t>During forward computation the nearest embedding z</a:t>
            </a:r>
            <a:r>
              <a:rPr lang="en-US" sz="1350">
                <a:solidFill>
                  <a:schemeClr val="dk1"/>
                </a:solidFill>
              </a:rPr>
              <a:t>q </a:t>
            </a:r>
            <a:r>
              <a:rPr lang="en-US" sz="1750">
                <a:solidFill>
                  <a:schemeClr val="dk1"/>
                </a:solidFill>
              </a:rPr>
              <a:t>(x) is passed to the decoder, and during the backwards pass the gradient ∇</a:t>
            </a:r>
            <a:r>
              <a:rPr lang="en-US" sz="1350">
                <a:solidFill>
                  <a:schemeClr val="dk1"/>
                </a:solidFill>
              </a:rPr>
              <a:t>z </a:t>
            </a:r>
            <a:r>
              <a:rPr lang="en-US" sz="1750">
                <a:solidFill>
                  <a:schemeClr val="dk1"/>
                </a:solidFill>
              </a:rPr>
              <a:t>L is passed unaltered to the encoder. Since the output representation of the encoder and the input to the decoder share the same D dimensional space, the gradients contain useful information for how the encoder has to change its output to lower the reconstruction loss.</a:t>
            </a:r>
            <a:endParaRPr sz="1750">
              <a:solidFill>
                <a:schemeClr val="dk1"/>
              </a:solidFill>
            </a:endParaRPr>
          </a:p>
          <a:p>
            <a:pPr indent="0" lvl="0" marL="0" rtl="0" algn="l">
              <a:spcBef>
                <a:spcPts val="0"/>
              </a:spcBef>
              <a:spcAft>
                <a:spcPts val="0"/>
              </a:spcAft>
              <a:buNone/>
            </a:pPr>
            <a:r>
              <a:t/>
            </a:r>
            <a:endParaRPr sz="1550">
              <a:solidFill>
                <a:schemeClr val="dk1"/>
              </a:solidFill>
            </a:endParaRPr>
          </a:p>
          <a:p>
            <a:pPr indent="0" lvl="0" marL="0" rtl="0" algn="l">
              <a:spcBef>
                <a:spcPts val="0"/>
              </a:spcBef>
              <a:spcAft>
                <a:spcPts val="0"/>
              </a:spcAft>
              <a:buNone/>
            </a:pPr>
            <a:r>
              <a:rPr lang="en-US" sz="1750">
                <a:solidFill>
                  <a:schemeClr val="dk1"/>
                </a:solidFill>
              </a:rPr>
              <a:t>The last equation specifies the overall loss function. It is has three components that are used to train different parts of VQ-VAE. The first term is the reconstruction loss (or the data term) which optimizes the decoder and the encoder (through the estimator explained above). Due to the straight-through gradient estimation of mapping from z</a:t>
            </a:r>
            <a:r>
              <a:rPr lang="en-US" sz="1350">
                <a:solidFill>
                  <a:schemeClr val="dk1"/>
                </a:solidFill>
              </a:rPr>
              <a:t>e</a:t>
            </a:r>
            <a:r>
              <a:rPr lang="en-US" sz="1750">
                <a:solidFill>
                  <a:schemeClr val="dk1"/>
                </a:solidFill>
              </a:rPr>
              <a:t>(x) to z</a:t>
            </a:r>
            <a:r>
              <a:rPr lang="en-US" sz="1350">
                <a:solidFill>
                  <a:schemeClr val="dk1"/>
                </a:solidFill>
              </a:rPr>
              <a:t>q </a:t>
            </a:r>
            <a:r>
              <a:rPr lang="en-US" sz="1750">
                <a:solidFill>
                  <a:schemeClr val="dk1"/>
                </a:solidFill>
              </a:rPr>
              <a:t>(x), the embeddings e</a:t>
            </a:r>
            <a:r>
              <a:rPr lang="en-US" sz="1350">
                <a:solidFill>
                  <a:schemeClr val="dk1"/>
                </a:solidFill>
              </a:rPr>
              <a:t>i </a:t>
            </a:r>
            <a:r>
              <a:rPr lang="en-US" sz="1750">
                <a:solidFill>
                  <a:schemeClr val="dk1"/>
                </a:solidFill>
              </a:rPr>
              <a:t>receive no gradients from the reconstruction loss log p(z|z</a:t>
            </a:r>
            <a:r>
              <a:rPr lang="en-US" sz="1350">
                <a:solidFill>
                  <a:schemeClr val="dk1"/>
                </a:solidFill>
              </a:rPr>
              <a:t>q </a:t>
            </a:r>
            <a:r>
              <a:rPr lang="en-US" sz="1750">
                <a:solidFill>
                  <a:schemeClr val="dk1"/>
                </a:solidFill>
              </a:rPr>
              <a:t>(x)). Therefore, in order to learn the embedding space, we use one dictionary learning algorithms, Vector Quantisation (VQ). The VQ objective uses the l</a:t>
            </a:r>
            <a:r>
              <a:rPr lang="en-US" sz="1350">
                <a:solidFill>
                  <a:schemeClr val="dk1"/>
                </a:solidFill>
                <a:latin typeface="Courier New"/>
                <a:ea typeface="Courier New"/>
                <a:cs typeface="Courier New"/>
                <a:sym typeface="Courier New"/>
              </a:rPr>
              <a:t>2 </a:t>
            </a:r>
            <a:r>
              <a:rPr lang="en-US" sz="1750">
                <a:solidFill>
                  <a:schemeClr val="dk1"/>
                </a:solidFill>
              </a:rPr>
              <a:t>error to move the embedding vectors e</a:t>
            </a:r>
            <a:r>
              <a:rPr lang="en-US" sz="1350">
                <a:solidFill>
                  <a:schemeClr val="dk1"/>
                </a:solidFill>
              </a:rPr>
              <a:t>i </a:t>
            </a:r>
            <a:r>
              <a:rPr lang="en-US" sz="1750">
                <a:solidFill>
                  <a:schemeClr val="dk1"/>
                </a:solidFill>
              </a:rPr>
              <a:t>towards the encoder outputs z</a:t>
            </a:r>
            <a:r>
              <a:rPr lang="en-US" sz="1350">
                <a:solidFill>
                  <a:schemeClr val="dk1"/>
                </a:solidFill>
              </a:rPr>
              <a:t>e</a:t>
            </a:r>
            <a:r>
              <a:rPr lang="en-US" sz="1750">
                <a:solidFill>
                  <a:schemeClr val="dk1"/>
                </a:solidFill>
              </a:rPr>
              <a:t>(x) as shown in the second term of the loss equation. </a:t>
            </a:r>
            <a:endParaRPr sz="1650">
              <a:solidFill>
                <a:schemeClr val="dk1"/>
              </a:solidFill>
            </a:endParaRPr>
          </a:p>
          <a:p>
            <a:pPr indent="0" lvl="0" marL="0" rtl="0" algn="l">
              <a:spcBef>
                <a:spcPts val="0"/>
              </a:spcBef>
              <a:spcAft>
                <a:spcPts val="0"/>
              </a:spcAft>
              <a:buNone/>
            </a:pPr>
            <a:r>
              <a:t/>
            </a:r>
            <a:endParaRPr sz="1550">
              <a:solidFill>
                <a:schemeClr val="dk1"/>
              </a:solidFill>
            </a:endParaRPr>
          </a:p>
          <a:p>
            <a:pPr indent="0" lvl="0" marL="0" rtl="0" algn="l">
              <a:spcBef>
                <a:spcPts val="0"/>
              </a:spcBef>
              <a:spcAft>
                <a:spcPts val="0"/>
              </a:spcAft>
              <a:buNone/>
            </a:pPr>
            <a:r>
              <a:rPr lang="en-US" sz="1650">
                <a:solidFill>
                  <a:schemeClr val="dk1"/>
                </a:solidFill>
              </a:rPr>
              <a:t>Finally, since the volume of the embedding space is dimensionless, it can grow arbitrarily if the</a:t>
            </a:r>
            <a:endParaRPr sz="1650">
              <a:solidFill>
                <a:schemeClr val="dk1"/>
              </a:solidFill>
            </a:endParaRPr>
          </a:p>
          <a:p>
            <a:pPr indent="0" lvl="0" marL="0" rtl="0" algn="l">
              <a:spcBef>
                <a:spcPts val="0"/>
              </a:spcBef>
              <a:spcAft>
                <a:spcPts val="0"/>
              </a:spcAft>
              <a:buNone/>
            </a:pPr>
            <a:r>
              <a:rPr lang="en-US" sz="1650">
                <a:solidFill>
                  <a:schemeClr val="dk1"/>
                </a:solidFill>
              </a:rPr>
              <a:t>embeddings e</a:t>
            </a:r>
            <a:r>
              <a:rPr lang="en-US" sz="1250">
                <a:solidFill>
                  <a:schemeClr val="dk1"/>
                </a:solidFill>
              </a:rPr>
              <a:t>i </a:t>
            </a:r>
            <a:r>
              <a:rPr lang="en-US" sz="1650">
                <a:solidFill>
                  <a:schemeClr val="dk1"/>
                </a:solidFill>
              </a:rPr>
              <a:t>do not train as fast as the encoder parameters. To make sure the encoder commits to an embedding and its output does not grow, we add a commitment loss, the third term in loss equation.</a:t>
            </a:r>
            <a:endParaRPr sz="1850">
              <a:solidFill>
                <a:schemeClr val="dk1"/>
              </a:solidFill>
            </a:endParaRPr>
          </a:p>
          <a:p>
            <a:pPr indent="0" lvl="0" marL="0" rtl="0" algn="l">
              <a:spcBef>
                <a:spcPts val="0"/>
              </a:spcBef>
              <a:spcAft>
                <a:spcPts val="0"/>
              </a:spcAft>
              <a:buNone/>
            </a:pPr>
            <a:r>
              <a:t/>
            </a:r>
            <a:endParaRPr sz="1850">
              <a:solidFill>
                <a:schemeClr val="dk1"/>
              </a:solidFill>
            </a:endParaRPr>
          </a:p>
          <a:p>
            <a:pPr indent="0" lvl="0" marL="0" rtl="0" algn="l">
              <a:spcBef>
                <a:spcPts val="0"/>
              </a:spcBef>
              <a:spcAft>
                <a:spcPts val="0"/>
              </a:spcAft>
              <a:buNone/>
            </a:pPr>
            <a:r>
              <a:rPr lang="en-US">
                <a:solidFill>
                  <a:schemeClr val="dk1"/>
                </a:solidFill>
              </a:rPr>
              <a:t>The decoder optimises the first loss term only, the encoder optimises the first and the last loss terms, and the embeddings are optimised by the middle loss term. Since we assume a uniform prior for z, the KL term that usually appears in the ELBO is constant w.r.t. the encoder parameters and can thus be ignored for training.</a:t>
            </a:r>
            <a:endParaRPr>
              <a:solidFill>
                <a:schemeClr val="dk1"/>
              </a:solidFill>
            </a:endParaRPr>
          </a:p>
          <a:p>
            <a:pPr indent="0" lvl="0" marL="0" rtl="0" algn="l">
              <a:spcBef>
                <a:spcPts val="0"/>
              </a:spcBef>
              <a:spcAft>
                <a:spcPts val="0"/>
              </a:spcAft>
              <a:buClr>
                <a:schemeClr val="dk1"/>
              </a:buClr>
              <a:buSzPts val="1100"/>
              <a:buFont typeface="Arial"/>
              <a:buNone/>
            </a:pPr>
            <a:r>
              <a:t/>
            </a:r>
            <a:endParaRPr sz="1850">
              <a:solidFill>
                <a:schemeClr val="dk1"/>
              </a:solidFill>
            </a:endParaRPr>
          </a:p>
          <a:p>
            <a:pPr indent="0" lvl="0" marL="0" rtl="0" algn="l">
              <a:spcBef>
                <a:spcPts val="0"/>
              </a:spcBef>
              <a:spcAft>
                <a:spcPts val="0"/>
              </a:spcAft>
              <a:buNone/>
            </a:pPr>
            <a:r>
              <a:t/>
            </a:r>
            <a:endParaRPr>
              <a:solidFill>
                <a:schemeClr val="dk1"/>
              </a:solidFill>
            </a:endParaRPr>
          </a:p>
        </p:txBody>
      </p:sp>
      <p:sp>
        <p:nvSpPr>
          <p:cNvPr id="149" name="Google Shape;149;g13b9d57c8c2_0_1: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Now that we have finished describing the various models proposed, we can go and analyze the results obtained from the experiments performed.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 of all, the relative performance of the models can be discussed based on tables which report the accuracy, mIoU, and F1 scores. It can be readily noticed how the models that do not use vector quantization or pre-training techniques through self distillation based on the DINO method stand out. From these results, it can also be deduced that among the models that use ResNet18 and ResNet34 as the backbone, the one that manages to obtain better scores is the model with fewer parameters.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7" name="Google Shape;15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f463b4c485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f463b4c485_0_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To go into further detail, we can address the data in tables, which report the various scores on the metrics of pixel accuracy for the individual segmentation classes of interest. For each model, the class that introduces the greatest amount of noise is the class related to the background. This class, which represents and helps classify areas such as swimming pools, sports fields, and car parks, has the most heterogeneity and introduces the most significant number of false positives in the inference phase.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introduces numerous classification errors, considerably lowers the average accuracy and global mIoU value of the individual models. It is also evident from the extracted samples shown below in figures [4.3,4.4] that only the models pretrained with ImageNet and which do not use Vector Quantization can detect this class (represented by the red color). These assumptions are supported by the tests. In the presence of vector quantization or pre-training based on DINO, the various scores drop drastically, reaching around ten percent in precision in both methods. Passing to the analysis of the remaining segmentation classes, we can mention how "Buildings" stands out among all, which manages to obtain the best metrics. The class of "Car" distances itself a little while always maintaining an excellent representation in the inference phase.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 regard to the classes that represent "Tree" and "LowVeg" (low vegetation), it was not surprising to find that the results were worse due to the difficulty of the model in establishing the contours of the segmentation masks deriving from these latter classes of interest. In fact, unlike cars and buildings, the vegetation does not have well-defined edges; moreover, it is widely heterogeneous both in colors and in expansion. It is often easy to confuse trees with low vegetation (as it could be a meadow or a flowery field) due to shadows generated by the passage of cloudy masses, mists, or shadows cast by tall buildings. It should also be considered that noise introduces the background class, which turns out to be the one in greatest contact with the latter two. The images [4.3, 4.4] make it easy to highlight how the areas affected by a misclassification are the "Tree" and "LowVeg".</a:t>
            </a:r>
            <a:endParaRPr/>
          </a:p>
        </p:txBody>
      </p:sp>
      <p:sp>
        <p:nvSpPr>
          <p:cNvPr id="164" name="Google Shape;164;gf463b4c485_0_1: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3bb6538899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3bb6538899_0_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13bb6538899_0_2: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1ff4e75a27_0_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1ff4e75a27_0_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As a final, but not less important, remark the self-distillation learning techniques proved to be ineffective compared with the transfer learning methodology, which lays its foundations on pre-training with ImageNet. We can hypothesize that the ImageNet pre-training has obtained better results due to the difference in the size of the datasets. While our training set from which the encoders were trained based on the DINO methodology had a number of about 11, 000 entries, ImageNet can boast a number of entries in the millions. If added to the overfitting phenomenon to which our models are subject, with an emphasis on tests that make use of the pre-training technology we use, this assumption translates into a small number of samples on which to base the training of our networks. Therefore, it is assumed that with a larger dataset, the results may improve until they reach and surpass those set by the best model available among those tested.</a:t>
            </a:r>
            <a:endParaRPr/>
          </a:p>
        </p:txBody>
      </p:sp>
      <p:sp>
        <p:nvSpPr>
          <p:cNvPr id="178" name="Google Shape;178;g11ff4e75a27_0_58: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1ff4e75a27_0_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1ff4e75a27_0_6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11ff4e75a27_0_66: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1ff4e75a27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1ff4e75a27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11ff4e75a27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3bfa0adf8a_0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3bfa0adf8a_0_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Starting from the work on Masocci et al. by previous authors, the present study was directed at obtaining an improved version of the model, with special reference to the level of accuracy. In particular, the study aimed to improve the precision in rendering the predicted images with respect to the relevant target ones in semantic segmentation.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To this end, various experiments were conducted, illustrated in the previous chapters. All the performed tests’ models share the same architecture, as described in the appropriate sections, and differ in their sizes, pre-training method, and the presence of quantization.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models employed as encoders, used as the backbone for the framework treated in this thesis, are ResNet18 and ResNet34. As highlighted in the previous discussion section, those models which relied on</a:t>
            </a:r>
            <a:endParaRPr/>
          </a:p>
          <a:p>
            <a:pPr indent="0" lvl="0" marL="0" rtl="0" algn="l">
              <a:spcBef>
                <a:spcPts val="0"/>
              </a:spcBef>
              <a:spcAft>
                <a:spcPts val="0"/>
              </a:spcAft>
              <a:buNone/>
            </a:pPr>
            <a:r>
              <a:rPr lang="en-US"/>
              <a:t>less parameters, i.e., those that used a ResNet18 as the backbone, turned to be the best.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In many cases, models with more parameters achieve higher scores at the expense of a higher computational cost, present both in the training and inference phases. This allows us to define good models that do not require excessive effort on the part of the machines to function. Powerful machines require a large amount of energy to operate while using models with fewer parameters, and it is possible to save in terms of energy, an issue that should not be overlooked, especially in our case where we are going to analyze images that can be processed in real-time by drones or satellites.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As far as future developments are concerned, one attractive possibility would be to devise new models capable of operating on machines with a lower energy demand. We have already seen how implementing an attention mechanism with linear cost, described in the paper by Li et al. [25], was able to reduce the complexity of the required calculations while maintaining the performance of the model.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Studies in the semantic classification of remote sensing images are increasingly improving. New models are emerging over the years, increasing the accuracy of sensors and instruments in the industry.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Nowadays, transformers seem to be the basis of the "revolution" currently underway and the key to gaining access to increasingly sophisticated, precise, and efficient models.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Furthermore, new approaches are currently being developed to reduce the computational load deriving from the calculation of the attention mechanism. Another most promising field for ongoing and future consideration is that relating to training techniques. The teacher-student paradigm, previously addressed in this thesis, is gaining credibility as a necessary standard to compete with the best models currently available in the literature.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With some due precautions, it may be possible to adapt these new methodologies to allow for their inclusion and utilization into the specific framework used in this thesis.</a:t>
            </a:r>
            <a:endParaRPr/>
          </a:p>
        </p:txBody>
      </p:sp>
      <p:sp>
        <p:nvSpPr>
          <p:cNvPr id="200" name="Google Shape;200;g13bfa0adf8a_0_5: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
        <p:nvSpPr>
          <p:cNvPr id="207" name="Google Shape;20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SzPts val="2400"/>
              <a:buFont typeface="Calibri"/>
              <a:buNone/>
              <a:defRPr/>
            </a:lvl1pPr>
            <a:lvl2pPr lvl="1" algn="ctr">
              <a:spcBef>
                <a:spcPts val="400"/>
              </a:spcBef>
              <a:spcAft>
                <a:spcPts val="0"/>
              </a:spcAft>
              <a:buClr>
                <a:srgbClr val="000000"/>
              </a:buClr>
              <a:buSzPts val="2000"/>
              <a:buFont typeface="Calibri"/>
              <a:buNone/>
              <a:defRPr/>
            </a:lvl2pPr>
            <a:lvl3pPr lvl="2" algn="ctr">
              <a:spcBef>
                <a:spcPts val="320"/>
              </a:spcBef>
              <a:spcAft>
                <a:spcPts val="0"/>
              </a:spcAft>
              <a:buClr>
                <a:srgbClr val="000000"/>
              </a:buClr>
              <a:buSzPts val="1600"/>
              <a:buFont typeface="Calibri"/>
              <a:buNone/>
              <a:defRPr/>
            </a:lvl3pPr>
            <a:lvl4pPr lvl="3" algn="ctr">
              <a:spcBef>
                <a:spcPts val="280"/>
              </a:spcBef>
              <a:spcAft>
                <a:spcPts val="0"/>
              </a:spcAft>
              <a:buClr>
                <a:srgbClr val="000000"/>
              </a:buClr>
              <a:buSzPts val="1400"/>
              <a:buFont typeface="Calibri"/>
              <a:buNone/>
              <a:defRPr/>
            </a:lvl4pPr>
            <a:lvl5pPr lvl="4" algn="ctr">
              <a:spcBef>
                <a:spcPts val="240"/>
              </a:spcBef>
              <a:spcAft>
                <a:spcPts val="0"/>
              </a:spcAft>
              <a:buClr>
                <a:srgbClr val="000000"/>
              </a:buClr>
              <a:buSzPts val="1200"/>
              <a:buFont typeface="Calibri"/>
              <a:buNone/>
              <a:defRPr/>
            </a:lvl5pPr>
            <a:lvl6pPr lvl="5" algn="ctr">
              <a:spcBef>
                <a:spcPts val="240"/>
              </a:spcBef>
              <a:spcAft>
                <a:spcPts val="0"/>
              </a:spcAft>
              <a:buClr>
                <a:srgbClr val="000000"/>
              </a:buClr>
              <a:buSzPts val="1200"/>
              <a:buFont typeface="Calibri"/>
              <a:buNone/>
              <a:defRPr/>
            </a:lvl6pPr>
            <a:lvl7pPr lvl="6" algn="ctr">
              <a:spcBef>
                <a:spcPts val="240"/>
              </a:spcBef>
              <a:spcAft>
                <a:spcPts val="0"/>
              </a:spcAft>
              <a:buClr>
                <a:srgbClr val="000000"/>
              </a:buClr>
              <a:buSzPts val="1200"/>
              <a:buFont typeface="Calibri"/>
              <a:buNone/>
              <a:defRPr/>
            </a:lvl7pPr>
            <a:lvl8pPr lvl="7" algn="ctr">
              <a:spcBef>
                <a:spcPts val="240"/>
              </a:spcBef>
              <a:spcAft>
                <a:spcPts val="0"/>
              </a:spcAft>
              <a:buClr>
                <a:srgbClr val="000000"/>
              </a:buClr>
              <a:buSzPts val="1200"/>
              <a:buFont typeface="Calibri"/>
              <a:buNone/>
              <a:defRPr/>
            </a:lvl8pPr>
            <a:lvl9pPr lvl="8" algn="ctr">
              <a:spcBef>
                <a:spcPts val="240"/>
              </a:spcBef>
              <a:spcAft>
                <a:spcPts val="0"/>
              </a:spcAft>
              <a:buClr>
                <a:srgbClr val="000000"/>
              </a:buClr>
              <a:buSzPts val="1200"/>
              <a:buFont typeface="Calibri"/>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1258887" y="1125537"/>
            <a:ext cx="7416800" cy="5048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 type="body"/>
          </p:nvPr>
        </p:nvSpPr>
        <p:spPr>
          <a:xfrm>
            <a:off x="1258887" y="1752600"/>
            <a:ext cx="74168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grafico" type="chart">
  <p:cSld name="CHART">
    <p:spTree>
      <p:nvGrpSpPr>
        <p:cNvPr id="22" name="Shape 22"/>
        <p:cNvGrpSpPr/>
        <p:nvPr/>
      </p:nvGrpSpPr>
      <p:grpSpPr>
        <a:xfrm>
          <a:off x="0" y="0"/>
          <a:ext cx="0" cy="0"/>
          <a:chOff x="0" y="0"/>
          <a:chExt cx="0" cy="0"/>
        </a:xfrm>
      </p:grpSpPr>
      <p:sp>
        <p:nvSpPr>
          <p:cNvPr id="23" name="Google Shape;23;p4"/>
          <p:cNvSpPr txBox="1"/>
          <p:nvPr>
            <p:ph type="title"/>
          </p:nvPr>
        </p:nvSpPr>
        <p:spPr>
          <a:xfrm>
            <a:off x="1259632" y="1052736"/>
            <a:ext cx="7559675" cy="5048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p:nvPr>
            <p:ph idx="2" type="chart"/>
          </p:nvPr>
        </p:nvSpPr>
        <p:spPr>
          <a:xfrm>
            <a:off x="1260029" y="1752600"/>
            <a:ext cx="7559675" cy="4114800"/>
          </a:xfrm>
          <a:prstGeom prst="rect">
            <a:avLst/>
          </a:prstGeom>
          <a:noFill/>
          <a:ln>
            <a:noFill/>
          </a:ln>
        </p:spPr>
        <p:txBody>
          <a:bodyPr anchorCtr="0" anchor="t" bIns="45700" lIns="91425" spcFirstLastPara="1" rIns="91425" wrap="square" tIns="45700">
            <a:noAutofit/>
          </a:bodyPr>
          <a:lstStyle>
            <a:lvl1pPr lvl="0" marR="0" rtl="0" algn="l">
              <a:spcBef>
                <a:spcPts val="480"/>
              </a:spcBef>
              <a:spcAft>
                <a:spcPts val="0"/>
              </a:spcAft>
              <a:buClr>
                <a:srgbClr val="822433"/>
              </a:buClr>
              <a:buSzPts val="2400"/>
              <a:buFont typeface="Calibri"/>
              <a:buChar char="•"/>
              <a:defRPr sz="2400">
                <a:solidFill>
                  <a:srgbClr val="000000"/>
                </a:solidFill>
                <a:latin typeface="Calibri"/>
                <a:ea typeface="Calibri"/>
                <a:cs typeface="Calibri"/>
                <a:sym typeface="Calibri"/>
              </a:defRPr>
            </a:lvl1pPr>
            <a:lvl2pPr lvl="1" marR="0" rtl="0" algn="l">
              <a:spcBef>
                <a:spcPts val="400"/>
              </a:spcBef>
              <a:spcAft>
                <a:spcPts val="0"/>
              </a:spcAft>
              <a:buClr>
                <a:srgbClr val="000000"/>
              </a:buClr>
              <a:buSzPts val="2000"/>
              <a:buFont typeface="Calibri"/>
              <a:buChar char="–"/>
              <a:defRPr b="0" i="0" sz="2000" u="none" cap="none" strike="noStrike">
                <a:solidFill>
                  <a:srgbClr val="000000"/>
                </a:solidFill>
                <a:latin typeface="Calibri"/>
                <a:ea typeface="Calibri"/>
                <a:cs typeface="Calibri"/>
                <a:sym typeface="Calibri"/>
              </a:defRPr>
            </a:lvl2pPr>
            <a:lvl3pPr lvl="2" marR="0" rtl="0" algn="l">
              <a:spcBef>
                <a:spcPts val="320"/>
              </a:spcBef>
              <a:spcAft>
                <a:spcPts val="0"/>
              </a:spcAft>
              <a:buClr>
                <a:srgbClr val="000000"/>
              </a:buClr>
              <a:buSzPts val="1600"/>
              <a:buFont typeface="Calibri"/>
              <a:buChar char="•"/>
              <a:defRPr b="0" i="0" sz="1600" u="none" cap="none" strike="noStrike">
                <a:solidFill>
                  <a:srgbClr val="000000"/>
                </a:solidFill>
                <a:latin typeface="Calibri"/>
                <a:ea typeface="Calibri"/>
                <a:cs typeface="Calibri"/>
                <a:sym typeface="Calibri"/>
              </a:defRPr>
            </a:lvl3pPr>
            <a:lvl4pPr lvl="3" marR="0" rtl="0" algn="l">
              <a:spcBef>
                <a:spcPts val="280"/>
              </a:spcBef>
              <a:spcAft>
                <a:spcPts val="0"/>
              </a:spcAft>
              <a:buClr>
                <a:srgbClr val="000000"/>
              </a:buClr>
              <a:buSzPts val="1400"/>
              <a:buFont typeface="Calibri"/>
              <a:buChar char="–"/>
              <a:defRPr b="0" i="0" sz="1400" u="none" cap="none" strike="noStrike">
                <a:solidFill>
                  <a:srgbClr val="000000"/>
                </a:solidFill>
                <a:latin typeface="Calibri"/>
                <a:ea typeface="Calibri"/>
                <a:cs typeface="Calibri"/>
                <a:sym typeface="Calibri"/>
              </a:defRPr>
            </a:lvl4pPr>
            <a:lvl5pPr lvl="4" marR="0" rtl="0" algn="l">
              <a:spcBef>
                <a:spcPts val="240"/>
              </a:spcBef>
              <a:spcAft>
                <a:spcPts val="0"/>
              </a:spcAft>
              <a:buClr>
                <a:srgbClr val="000000"/>
              </a:buClr>
              <a:buSzPts val="1200"/>
              <a:buFont typeface="Calibri"/>
              <a:buChar char="»"/>
              <a:defRPr b="0" i="0" sz="1200" u="none" cap="none" strike="noStrike">
                <a:solidFill>
                  <a:srgbClr val="000000"/>
                </a:solidFill>
                <a:latin typeface="Calibri"/>
                <a:ea typeface="Calibri"/>
                <a:cs typeface="Calibri"/>
                <a:sym typeface="Calibri"/>
              </a:defRPr>
            </a:lvl5pPr>
            <a:lvl6pPr lvl="5" marR="0" rtl="0" algn="l">
              <a:spcBef>
                <a:spcPts val="240"/>
              </a:spcBef>
              <a:spcAft>
                <a:spcPts val="0"/>
              </a:spcAft>
              <a:buClr>
                <a:srgbClr val="000000"/>
              </a:buClr>
              <a:buSzPts val="1200"/>
              <a:buFont typeface="Calibri"/>
              <a:buChar char="»"/>
              <a:defRPr b="0" i="0" sz="1200" u="none" cap="none" strike="noStrike">
                <a:solidFill>
                  <a:srgbClr val="000000"/>
                </a:solidFill>
                <a:latin typeface="Calibri"/>
                <a:ea typeface="Calibri"/>
                <a:cs typeface="Calibri"/>
                <a:sym typeface="Calibri"/>
              </a:defRPr>
            </a:lvl6pPr>
            <a:lvl7pPr lvl="6" marR="0" rtl="0" algn="l">
              <a:spcBef>
                <a:spcPts val="240"/>
              </a:spcBef>
              <a:spcAft>
                <a:spcPts val="0"/>
              </a:spcAft>
              <a:buClr>
                <a:srgbClr val="000000"/>
              </a:buClr>
              <a:buSzPts val="1200"/>
              <a:buFont typeface="Calibri"/>
              <a:buChar char="»"/>
              <a:defRPr b="0" i="0" sz="1200" u="none" cap="none" strike="noStrike">
                <a:solidFill>
                  <a:srgbClr val="000000"/>
                </a:solidFill>
                <a:latin typeface="Calibri"/>
                <a:ea typeface="Calibri"/>
                <a:cs typeface="Calibri"/>
                <a:sym typeface="Calibri"/>
              </a:defRPr>
            </a:lvl7pPr>
            <a:lvl8pPr lvl="7" marR="0" rtl="0" algn="l">
              <a:spcBef>
                <a:spcPts val="240"/>
              </a:spcBef>
              <a:spcAft>
                <a:spcPts val="0"/>
              </a:spcAft>
              <a:buClr>
                <a:srgbClr val="000000"/>
              </a:buClr>
              <a:buSzPts val="1200"/>
              <a:buFont typeface="Calibri"/>
              <a:buChar char="»"/>
              <a:defRPr b="0" i="0" sz="1200" u="none" cap="none" strike="noStrike">
                <a:solidFill>
                  <a:srgbClr val="000000"/>
                </a:solidFill>
                <a:latin typeface="Calibri"/>
                <a:ea typeface="Calibri"/>
                <a:cs typeface="Calibri"/>
                <a:sym typeface="Calibri"/>
              </a:defRPr>
            </a:lvl8pPr>
            <a:lvl9pPr lvl="8" marR="0" rtl="0" algn="l">
              <a:spcBef>
                <a:spcPts val="240"/>
              </a:spcBef>
              <a:spcAft>
                <a:spcPts val="0"/>
              </a:spcAft>
              <a:buClr>
                <a:srgbClr val="000000"/>
              </a:buClr>
              <a:buSzPts val="1200"/>
              <a:buFont typeface="Calibri"/>
              <a:buChar char="»"/>
              <a:defRPr b="0" i="0" sz="1200" u="none" cap="none" strike="noStrike">
                <a:solidFill>
                  <a:srgbClr val="000000"/>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abella" type="tbl">
  <p:cSld name="TABLE">
    <p:spTree>
      <p:nvGrpSpPr>
        <p:cNvPr id="25" name="Shape 25"/>
        <p:cNvGrpSpPr/>
        <p:nvPr/>
      </p:nvGrpSpPr>
      <p:grpSpPr>
        <a:xfrm>
          <a:off x="0" y="0"/>
          <a:ext cx="0" cy="0"/>
          <a:chOff x="0" y="0"/>
          <a:chExt cx="0" cy="0"/>
        </a:xfrm>
      </p:grpSpPr>
      <p:sp>
        <p:nvSpPr>
          <p:cNvPr id="26" name="Google Shape;26;p5"/>
          <p:cNvSpPr txBox="1"/>
          <p:nvPr>
            <p:ph type="title"/>
          </p:nvPr>
        </p:nvSpPr>
        <p:spPr>
          <a:xfrm>
            <a:off x="1259632" y="1052736"/>
            <a:ext cx="7415659" cy="5048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testo e contenuto" type="txAndObj">
  <p:cSld name="TEXT_AND_OBJECT">
    <p:spTree>
      <p:nvGrpSpPr>
        <p:cNvPr id="27" name="Shape 27"/>
        <p:cNvGrpSpPr/>
        <p:nvPr/>
      </p:nvGrpSpPr>
      <p:grpSpPr>
        <a:xfrm>
          <a:off x="0" y="0"/>
          <a:ext cx="0" cy="0"/>
          <a:chOff x="0" y="0"/>
          <a:chExt cx="0" cy="0"/>
        </a:xfrm>
      </p:grpSpPr>
      <p:sp>
        <p:nvSpPr>
          <p:cNvPr id="28" name="Google Shape;28;p6"/>
          <p:cNvSpPr txBox="1"/>
          <p:nvPr>
            <p:ph type="title"/>
          </p:nvPr>
        </p:nvSpPr>
        <p:spPr>
          <a:xfrm>
            <a:off x="1234232" y="1052736"/>
            <a:ext cx="7415659" cy="5048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
          <p:cNvSpPr txBox="1"/>
          <p:nvPr>
            <p:ph idx="1" type="body"/>
          </p:nvPr>
        </p:nvSpPr>
        <p:spPr>
          <a:xfrm>
            <a:off x="1221848" y="1752600"/>
            <a:ext cx="3597802"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
        <p:nvSpPr>
          <p:cNvPr id="30" name="Google Shape;30;p6"/>
          <p:cNvSpPr txBox="1"/>
          <p:nvPr>
            <p:ph idx="2" type="body"/>
          </p:nvPr>
        </p:nvSpPr>
        <p:spPr>
          <a:xfrm>
            <a:off x="4972050" y="1752600"/>
            <a:ext cx="3703638"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verticale e testo" type="vertTitleAndTx">
  <p:cSld name="VERTICAL_TITLE_AND_VERTICAL_TEXT">
    <p:spTree>
      <p:nvGrpSpPr>
        <p:cNvPr id="31" name="Shape 31"/>
        <p:cNvGrpSpPr/>
        <p:nvPr/>
      </p:nvGrpSpPr>
      <p:grpSpPr>
        <a:xfrm>
          <a:off x="0" y="0"/>
          <a:ext cx="0" cy="0"/>
          <a:chOff x="0" y="0"/>
          <a:chExt cx="0" cy="0"/>
        </a:xfrm>
      </p:grpSpPr>
      <p:sp>
        <p:nvSpPr>
          <p:cNvPr id="32" name="Google Shape;32;p7"/>
          <p:cNvSpPr txBox="1"/>
          <p:nvPr>
            <p:ph type="title"/>
          </p:nvPr>
        </p:nvSpPr>
        <p:spPr>
          <a:xfrm rot="5400000">
            <a:off x="5287790" y="2479502"/>
            <a:ext cx="4886672" cy="1889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7"/>
          <p:cNvSpPr txBox="1"/>
          <p:nvPr>
            <p:ph idx="1" type="body"/>
          </p:nvPr>
        </p:nvSpPr>
        <p:spPr>
          <a:xfrm rot="5400000">
            <a:off x="1503560" y="736799"/>
            <a:ext cx="4886672" cy="5374531"/>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34" name="Shape 34"/>
        <p:cNvGrpSpPr/>
        <p:nvPr/>
      </p:nvGrpSpPr>
      <p:grpSpPr>
        <a:xfrm>
          <a:off x="0" y="0"/>
          <a:ext cx="0" cy="0"/>
          <a:chOff x="0" y="0"/>
          <a:chExt cx="0" cy="0"/>
        </a:xfrm>
      </p:grpSpPr>
      <p:sp>
        <p:nvSpPr>
          <p:cNvPr id="35" name="Google Shape;35;p8"/>
          <p:cNvSpPr txBox="1"/>
          <p:nvPr>
            <p:ph type="title"/>
          </p:nvPr>
        </p:nvSpPr>
        <p:spPr>
          <a:xfrm>
            <a:off x="1258887" y="1125537"/>
            <a:ext cx="7416800" cy="5048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8"/>
          <p:cNvSpPr txBox="1"/>
          <p:nvPr>
            <p:ph idx="1" type="body"/>
          </p:nvPr>
        </p:nvSpPr>
        <p:spPr>
          <a:xfrm rot="5400000">
            <a:off x="2909887" y="101600"/>
            <a:ext cx="4114800" cy="7416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Clr>
                <a:srgbClr val="000000"/>
              </a:buClr>
              <a:buSzPts val="1800"/>
              <a:buChar char="–"/>
              <a:defRPr/>
            </a:lvl2pPr>
            <a:lvl3pPr indent="-342900" lvl="2" marL="1371600" algn="l">
              <a:spcBef>
                <a:spcPts val="360"/>
              </a:spcBef>
              <a:spcAft>
                <a:spcPts val="0"/>
              </a:spcAft>
              <a:buClr>
                <a:srgbClr val="000000"/>
              </a:buClr>
              <a:buSzPts val="1800"/>
              <a:buChar char="•"/>
              <a:defRPr/>
            </a:lvl3pPr>
            <a:lvl4pPr indent="-342900" lvl="3" marL="1828800" algn="l">
              <a:spcBef>
                <a:spcPts val="360"/>
              </a:spcBef>
              <a:spcAft>
                <a:spcPts val="0"/>
              </a:spcAft>
              <a:buClr>
                <a:srgbClr val="000000"/>
              </a:buClr>
              <a:buSzPts val="180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37" name="Shape 37"/>
        <p:cNvGrpSpPr/>
        <p:nvPr/>
      </p:nvGrpSpPr>
      <p:grpSpPr>
        <a:xfrm>
          <a:off x="0" y="0"/>
          <a:ext cx="0" cy="0"/>
          <a:chOff x="0" y="0"/>
          <a:chExt cx="0" cy="0"/>
        </a:xfrm>
      </p:grpSpPr>
      <p:sp>
        <p:nvSpPr>
          <p:cNvPr id="38" name="Google Shape;38;p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9"/>
          <p:cNvSpPr/>
          <p:nvPr>
            <p:ph idx="2" type="pic"/>
          </p:nvPr>
        </p:nvSpPr>
        <p:spPr>
          <a:xfrm>
            <a:off x="1792288" y="980727"/>
            <a:ext cx="5486400" cy="3746847"/>
          </a:xfrm>
          <a:prstGeom prst="rect">
            <a:avLst/>
          </a:prstGeom>
          <a:noFill/>
          <a:ln>
            <a:noFill/>
          </a:ln>
        </p:spPr>
      </p:sp>
      <p:sp>
        <p:nvSpPr>
          <p:cNvPr id="40" name="Google Shape;40;p9"/>
          <p:cNvSpPr txBox="1"/>
          <p:nvPr>
            <p:ph idx="1" type="body"/>
          </p:nvPr>
        </p:nvSpPr>
        <p:spPr>
          <a:xfrm>
            <a:off x="1792288" y="5367338"/>
            <a:ext cx="5486400" cy="65395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400"/>
              <a:buFont typeface="Calibri"/>
              <a:buNone/>
              <a:defRPr sz="1400"/>
            </a:lvl1pPr>
            <a:lvl2pPr indent="-228600" lvl="1" marL="914400" algn="l">
              <a:spcBef>
                <a:spcPts val="240"/>
              </a:spcBef>
              <a:spcAft>
                <a:spcPts val="0"/>
              </a:spcAft>
              <a:buClr>
                <a:srgbClr val="000000"/>
              </a:buClr>
              <a:buSzPts val="1200"/>
              <a:buFont typeface="Calibri"/>
              <a:buNone/>
              <a:defRPr sz="1200"/>
            </a:lvl2pPr>
            <a:lvl3pPr indent="-228600" lvl="2" marL="1371600" algn="l">
              <a:spcBef>
                <a:spcPts val="200"/>
              </a:spcBef>
              <a:spcAft>
                <a:spcPts val="0"/>
              </a:spcAft>
              <a:buClr>
                <a:srgbClr val="000000"/>
              </a:buClr>
              <a:buSzPts val="1000"/>
              <a:buFont typeface="Calibri"/>
              <a:buNone/>
              <a:defRPr sz="1000"/>
            </a:lvl3pPr>
            <a:lvl4pPr indent="-228600" lvl="3" marL="1828800" algn="l">
              <a:spcBef>
                <a:spcPts val="180"/>
              </a:spcBef>
              <a:spcAft>
                <a:spcPts val="0"/>
              </a:spcAft>
              <a:buClr>
                <a:srgbClr val="000000"/>
              </a:buClr>
              <a:buSzPts val="900"/>
              <a:buFont typeface="Calibri"/>
              <a:buNone/>
              <a:defRPr sz="900"/>
            </a:lvl4pPr>
            <a:lvl5pPr indent="-228600" lvl="4" marL="2286000" algn="l">
              <a:spcBef>
                <a:spcPts val="180"/>
              </a:spcBef>
              <a:spcAft>
                <a:spcPts val="0"/>
              </a:spcAft>
              <a:buClr>
                <a:srgbClr val="000000"/>
              </a:buClr>
              <a:buSzPts val="900"/>
              <a:buFont typeface="Calibri"/>
              <a:buNone/>
              <a:defRPr sz="900"/>
            </a:lvl5pPr>
            <a:lvl6pPr indent="-228600" lvl="5" marL="2743200" algn="l">
              <a:spcBef>
                <a:spcPts val="180"/>
              </a:spcBef>
              <a:spcAft>
                <a:spcPts val="0"/>
              </a:spcAft>
              <a:buClr>
                <a:srgbClr val="000000"/>
              </a:buClr>
              <a:buSzPts val="900"/>
              <a:buFont typeface="Calibri"/>
              <a:buNone/>
              <a:defRPr sz="900"/>
            </a:lvl6pPr>
            <a:lvl7pPr indent="-228600" lvl="6" marL="3200400" algn="l">
              <a:spcBef>
                <a:spcPts val="180"/>
              </a:spcBef>
              <a:spcAft>
                <a:spcPts val="0"/>
              </a:spcAft>
              <a:buClr>
                <a:srgbClr val="000000"/>
              </a:buClr>
              <a:buSzPts val="900"/>
              <a:buFont typeface="Calibri"/>
              <a:buNone/>
              <a:defRPr sz="900"/>
            </a:lvl7pPr>
            <a:lvl8pPr indent="-228600" lvl="7" marL="3657600" algn="l">
              <a:spcBef>
                <a:spcPts val="180"/>
              </a:spcBef>
              <a:spcAft>
                <a:spcPts val="0"/>
              </a:spcAft>
              <a:buClr>
                <a:srgbClr val="000000"/>
              </a:buClr>
              <a:buSzPts val="900"/>
              <a:buFont typeface="Calibri"/>
              <a:buNone/>
              <a:defRPr sz="900"/>
            </a:lvl8pPr>
            <a:lvl9pPr indent="-228600" lvl="8" marL="4114800" algn="l">
              <a:spcBef>
                <a:spcPts val="180"/>
              </a:spcBef>
              <a:spcAft>
                <a:spcPts val="0"/>
              </a:spcAft>
              <a:buClr>
                <a:srgbClr val="000000"/>
              </a:buClr>
              <a:buSzPts val="900"/>
              <a:buFont typeface="Calibri"/>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41" name="Shape 41"/>
        <p:cNvGrpSpPr/>
        <p:nvPr/>
      </p:nvGrpSpPr>
      <p:grpSpPr>
        <a:xfrm>
          <a:off x="0" y="0"/>
          <a:ext cx="0" cy="0"/>
          <a:chOff x="0" y="0"/>
          <a:chExt cx="0" cy="0"/>
        </a:xfrm>
      </p:grpSpPr>
      <p:sp>
        <p:nvSpPr>
          <p:cNvPr id="42" name="Google Shape;42;p10"/>
          <p:cNvSpPr txBox="1"/>
          <p:nvPr>
            <p:ph type="title"/>
          </p:nvPr>
        </p:nvSpPr>
        <p:spPr>
          <a:xfrm>
            <a:off x="1259632" y="1124744"/>
            <a:ext cx="2216225"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0"/>
          <p:cNvSpPr txBox="1"/>
          <p:nvPr>
            <p:ph idx="1" type="body"/>
          </p:nvPr>
        </p:nvSpPr>
        <p:spPr>
          <a:xfrm>
            <a:off x="3635896" y="1124744"/>
            <a:ext cx="5050903" cy="489654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SzPts val="3200"/>
              <a:buFont typeface="Calibri"/>
              <a:buChar char="•"/>
              <a:defRPr sz="3200"/>
            </a:lvl1pPr>
            <a:lvl2pPr indent="-406400" lvl="1" marL="914400" algn="l">
              <a:spcBef>
                <a:spcPts val="560"/>
              </a:spcBef>
              <a:spcAft>
                <a:spcPts val="0"/>
              </a:spcAft>
              <a:buClr>
                <a:srgbClr val="000000"/>
              </a:buClr>
              <a:buSzPts val="2800"/>
              <a:buFont typeface="Calibri"/>
              <a:buChar char="–"/>
              <a:defRPr sz="2800"/>
            </a:lvl2pPr>
            <a:lvl3pPr indent="-381000" lvl="2" marL="1371600" algn="l">
              <a:spcBef>
                <a:spcPts val="480"/>
              </a:spcBef>
              <a:spcAft>
                <a:spcPts val="0"/>
              </a:spcAft>
              <a:buClr>
                <a:srgbClr val="000000"/>
              </a:buClr>
              <a:buSzPts val="2400"/>
              <a:buFont typeface="Calibri"/>
              <a:buChar char="•"/>
              <a:defRPr sz="2400"/>
            </a:lvl3pPr>
            <a:lvl4pPr indent="-355600" lvl="3" marL="1828800" algn="l">
              <a:spcBef>
                <a:spcPts val="400"/>
              </a:spcBef>
              <a:spcAft>
                <a:spcPts val="0"/>
              </a:spcAft>
              <a:buClr>
                <a:srgbClr val="000000"/>
              </a:buClr>
              <a:buSzPts val="2000"/>
              <a:buFont typeface="Calibri"/>
              <a:buChar char="–"/>
              <a:defRPr sz="2000"/>
            </a:lvl4pPr>
            <a:lvl5pPr indent="-355600" lvl="4" marL="2286000" algn="l">
              <a:spcBef>
                <a:spcPts val="400"/>
              </a:spcBef>
              <a:spcAft>
                <a:spcPts val="0"/>
              </a:spcAft>
              <a:buClr>
                <a:srgbClr val="000000"/>
              </a:buClr>
              <a:buSzPts val="2000"/>
              <a:buFont typeface="Calibri"/>
              <a:buChar char="»"/>
              <a:defRPr sz="2000"/>
            </a:lvl5pPr>
            <a:lvl6pPr indent="-355600" lvl="5" marL="2743200" algn="l">
              <a:spcBef>
                <a:spcPts val="400"/>
              </a:spcBef>
              <a:spcAft>
                <a:spcPts val="0"/>
              </a:spcAft>
              <a:buClr>
                <a:srgbClr val="000000"/>
              </a:buClr>
              <a:buSzPts val="2000"/>
              <a:buFont typeface="Calibri"/>
              <a:buChar char="»"/>
              <a:defRPr sz="2000"/>
            </a:lvl6pPr>
            <a:lvl7pPr indent="-355600" lvl="6" marL="3200400" algn="l">
              <a:spcBef>
                <a:spcPts val="400"/>
              </a:spcBef>
              <a:spcAft>
                <a:spcPts val="0"/>
              </a:spcAft>
              <a:buClr>
                <a:srgbClr val="000000"/>
              </a:buClr>
              <a:buSzPts val="2000"/>
              <a:buFont typeface="Calibri"/>
              <a:buChar char="»"/>
              <a:defRPr sz="2000"/>
            </a:lvl7pPr>
            <a:lvl8pPr indent="-355600" lvl="7" marL="3657600" algn="l">
              <a:spcBef>
                <a:spcPts val="400"/>
              </a:spcBef>
              <a:spcAft>
                <a:spcPts val="0"/>
              </a:spcAft>
              <a:buClr>
                <a:srgbClr val="000000"/>
              </a:buClr>
              <a:buSzPts val="2000"/>
              <a:buFont typeface="Calibri"/>
              <a:buChar char="»"/>
              <a:defRPr sz="2000"/>
            </a:lvl8pPr>
            <a:lvl9pPr indent="-355600" lvl="8" marL="4114800" algn="l">
              <a:spcBef>
                <a:spcPts val="400"/>
              </a:spcBef>
              <a:spcAft>
                <a:spcPts val="0"/>
              </a:spcAft>
              <a:buClr>
                <a:srgbClr val="000000"/>
              </a:buClr>
              <a:buSzPts val="2000"/>
              <a:buFont typeface="Calibri"/>
              <a:buChar char="»"/>
              <a:defRPr sz="2000"/>
            </a:lvl9pPr>
          </a:lstStyle>
          <a:p/>
        </p:txBody>
      </p:sp>
      <p:sp>
        <p:nvSpPr>
          <p:cNvPr id="44" name="Google Shape;44;p10"/>
          <p:cNvSpPr txBox="1"/>
          <p:nvPr>
            <p:ph idx="2" type="body"/>
          </p:nvPr>
        </p:nvSpPr>
        <p:spPr>
          <a:xfrm>
            <a:off x="1259632" y="2361251"/>
            <a:ext cx="2205881" cy="364401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1400"/>
              <a:buFont typeface="Calibri"/>
              <a:buNone/>
              <a:defRPr sz="1400"/>
            </a:lvl1pPr>
            <a:lvl2pPr indent="-228600" lvl="1" marL="914400" algn="l">
              <a:spcBef>
                <a:spcPts val="240"/>
              </a:spcBef>
              <a:spcAft>
                <a:spcPts val="0"/>
              </a:spcAft>
              <a:buClr>
                <a:srgbClr val="000000"/>
              </a:buClr>
              <a:buSzPts val="1200"/>
              <a:buFont typeface="Calibri"/>
              <a:buNone/>
              <a:defRPr sz="1200"/>
            </a:lvl2pPr>
            <a:lvl3pPr indent="-228600" lvl="2" marL="1371600" algn="l">
              <a:spcBef>
                <a:spcPts val="200"/>
              </a:spcBef>
              <a:spcAft>
                <a:spcPts val="0"/>
              </a:spcAft>
              <a:buClr>
                <a:srgbClr val="000000"/>
              </a:buClr>
              <a:buSzPts val="1000"/>
              <a:buFont typeface="Calibri"/>
              <a:buNone/>
              <a:defRPr sz="1000"/>
            </a:lvl3pPr>
            <a:lvl4pPr indent="-228600" lvl="3" marL="1828800" algn="l">
              <a:spcBef>
                <a:spcPts val="180"/>
              </a:spcBef>
              <a:spcAft>
                <a:spcPts val="0"/>
              </a:spcAft>
              <a:buClr>
                <a:srgbClr val="000000"/>
              </a:buClr>
              <a:buSzPts val="900"/>
              <a:buFont typeface="Calibri"/>
              <a:buNone/>
              <a:defRPr sz="900"/>
            </a:lvl4pPr>
            <a:lvl5pPr indent="-228600" lvl="4" marL="2286000" algn="l">
              <a:spcBef>
                <a:spcPts val="180"/>
              </a:spcBef>
              <a:spcAft>
                <a:spcPts val="0"/>
              </a:spcAft>
              <a:buClr>
                <a:srgbClr val="000000"/>
              </a:buClr>
              <a:buSzPts val="900"/>
              <a:buFont typeface="Calibri"/>
              <a:buNone/>
              <a:defRPr sz="900"/>
            </a:lvl5pPr>
            <a:lvl6pPr indent="-228600" lvl="5" marL="2743200" algn="l">
              <a:spcBef>
                <a:spcPts val="180"/>
              </a:spcBef>
              <a:spcAft>
                <a:spcPts val="0"/>
              </a:spcAft>
              <a:buClr>
                <a:srgbClr val="000000"/>
              </a:buClr>
              <a:buSzPts val="900"/>
              <a:buFont typeface="Calibri"/>
              <a:buNone/>
              <a:defRPr sz="900"/>
            </a:lvl6pPr>
            <a:lvl7pPr indent="-228600" lvl="6" marL="3200400" algn="l">
              <a:spcBef>
                <a:spcPts val="180"/>
              </a:spcBef>
              <a:spcAft>
                <a:spcPts val="0"/>
              </a:spcAft>
              <a:buClr>
                <a:srgbClr val="000000"/>
              </a:buClr>
              <a:buSzPts val="900"/>
              <a:buFont typeface="Calibri"/>
              <a:buNone/>
              <a:defRPr sz="900"/>
            </a:lvl7pPr>
            <a:lvl8pPr indent="-228600" lvl="7" marL="3657600" algn="l">
              <a:spcBef>
                <a:spcPts val="180"/>
              </a:spcBef>
              <a:spcAft>
                <a:spcPts val="0"/>
              </a:spcAft>
              <a:buClr>
                <a:srgbClr val="000000"/>
              </a:buClr>
              <a:buSzPts val="900"/>
              <a:buFont typeface="Calibri"/>
              <a:buNone/>
              <a:defRPr sz="900"/>
            </a:lvl8pPr>
            <a:lvl9pPr indent="-228600" lvl="8" marL="4114800" algn="l">
              <a:spcBef>
                <a:spcPts val="180"/>
              </a:spcBef>
              <a:spcAft>
                <a:spcPts val="0"/>
              </a:spcAft>
              <a:buClr>
                <a:srgbClr val="000000"/>
              </a:buClr>
              <a:buSzPts val="900"/>
              <a:buFont typeface="Calibri"/>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o" type="blank">
  <p:cSld name="BLANK">
    <p:spTree>
      <p:nvGrpSpPr>
        <p:cNvPr id="45" name="Shape 45"/>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46" name="Shape 46"/>
        <p:cNvGrpSpPr/>
        <p:nvPr/>
      </p:nvGrpSpPr>
      <p:grpSpPr>
        <a:xfrm>
          <a:off x="0" y="0"/>
          <a:ext cx="0" cy="0"/>
          <a:chOff x="0" y="0"/>
          <a:chExt cx="0" cy="0"/>
        </a:xfrm>
      </p:grpSpPr>
      <p:sp>
        <p:nvSpPr>
          <p:cNvPr id="47" name="Google Shape;47;p12"/>
          <p:cNvSpPr txBox="1"/>
          <p:nvPr>
            <p:ph type="title"/>
          </p:nvPr>
        </p:nvSpPr>
        <p:spPr>
          <a:xfrm>
            <a:off x="1331640" y="1125538"/>
            <a:ext cx="7344048" cy="5048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8" name="Shape 48"/>
        <p:cNvGrpSpPr/>
        <p:nvPr/>
      </p:nvGrpSpPr>
      <p:grpSpPr>
        <a:xfrm>
          <a:off x="0" y="0"/>
          <a:ext cx="0" cy="0"/>
          <a:chOff x="0" y="0"/>
          <a:chExt cx="0" cy="0"/>
        </a:xfrm>
      </p:grpSpPr>
      <p:sp>
        <p:nvSpPr>
          <p:cNvPr id="49" name="Google Shape;49;p13"/>
          <p:cNvSpPr txBox="1"/>
          <p:nvPr>
            <p:ph type="title"/>
          </p:nvPr>
        </p:nvSpPr>
        <p:spPr>
          <a:xfrm>
            <a:off x="1187624" y="980728"/>
            <a:ext cx="7499176" cy="43691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3"/>
          <p:cNvSpPr txBox="1"/>
          <p:nvPr>
            <p:ph idx="1" type="body"/>
          </p:nvPr>
        </p:nvSpPr>
        <p:spPr>
          <a:xfrm>
            <a:off x="1187624" y="1535113"/>
            <a:ext cx="3600400" cy="639762"/>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800"/>
              <a:buFont typeface="Calibri"/>
              <a:buNone/>
              <a:defRPr b="1" sz="1800"/>
            </a:lvl1pPr>
            <a:lvl2pPr indent="-228600" lvl="1" marL="914400" algn="l">
              <a:spcBef>
                <a:spcPts val="400"/>
              </a:spcBef>
              <a:spcAft>
                <a:spcPts val="0"/>
              </a:spcAft>
              <a:buClr>
                <a:srgbClr val="000000"/>
              </a:buClr>
              <a:buSzPts val="2000"/>
              <a:buFont typeface="Calibri"/>
              <a:buNone/>
              <a:defRPr b="1" sz="2000"/>
            </a:lvl2pPr>
            <a:lvl3pPr indent="-228600" lvl="2" marL="1371600" algn="l">
              <a:spcBef>
                <a:spcPts val="360"/>
              </a:spcBef>
              <a:spcAft>
                <a:spcPts val="0"/>
              </a:spcAft>
              <a:buClr>
                <a:srgbClr val="000000"/>
              </a:buClr>
              <a:buSzPts val="1800"/>
              <a:buFont typeface="Calibri"/>
              <a:buNone/>
              <a:defRPr b="1" sz="1800"/>
            </a:lvl3pPr>
            <a:lvl4pPr indent="-228600" lvl="3" marL="1828800" algn="l">
              <a:spcBef>
                <a:spcPts val="320"/>
              </a:spcBef>
              <a:spcAft>
                <a:spcPts val="0"/>
              </a:spcAft>
              <a:buClr>
                <a:srgbClr val="000000"/>
              </a:buClr>
              <a:buSzPts val="1600"/>
              <a:buFont typeface="Calibri"/>
              <a:buNone/>
              <a:defRPr b="1" sz="1600"/>
            </a:lvl4pPr>
            <a:lvl5pPr indent="-228600" lvl="4" marL="2286000" algn="l">
              <a:spcBef>
                <a:spcPts val="320"/>
              </a:spcBef>
              <a:spcAft>
                <a:spcPts val="0"/>
              </a:spcAft>
              <a:buClr>
                <a:srgbClr val="000000"/>
              </a:buClr>
              <a:buSzPts val="1600"/>
              <a:buFont typeface="Calibri"/>
              <a:buNone/>
              <a:defRPr b="1" sz="1600"/>
            </a:lvl5pPr>
            <a:lvl6pPr indent="-228600" lvl="5" marL="2743200" algn="l">
              <a:spcBef>
                <a:spcPts val="320"/>
              </a:spcBef>
              <a:spcAft>
                <a:spcPts val="0"/>
              </a:spcAft>
              <a:buClr>
                <a:srgbClr val="000000"/>
              </a:buClr>
              <a:buSzPts val="1600"/>
              <a:buFont typeface="Calibri"/>
              <a:buNone/>
              <a:defRPr b="1" sz="1600"/>
            </a:lvl6pPr>
            <a:lvl7pPr indent="-228600" lvl="6" marL="3200400" algn="l">
              <a:spcBef>
                <a:spcPts val="320"/>
              </a:spcBef>
              <a:spcAft>
                <a:spcPts val="0"/>
              </a:spcAft>
              <a:buClr>
                <a:srgbClr val="000000"/>
              </a:buClr>
              <a:buSzPts val="1600"/>
              <a:buFont typeface="Calibri"/>
              <a:buNone/>
              <a:defRPr b="1" sz="1600"/>
            </a:lvl7pPr>
            <a:lvl8pPr indent="-228600" lvl="7" marL="3657600" algn="l">
              <a:spcBef>
                <a:spcPts val="320"/>
              </a:spcBef>
              <a:spcAft>
                <a:spcPts val="0"/>
              </a:spcAft>
              <a:buClr>
                <a:srgbClr val="000000"/>
              </a:buClr>
              <a:buSzPts val="1600"/>
              <a:buFont typeface="Calibri"/>
              <a:buNone/>
              <a:defRPr b="1" sz="1600"/>
            </a:lvl8pPr>
            <a:lvl9pPr indent="-228600" lvl="8" marL="4114800" algn="l">
              <a:spcBef>
                <a:spcPts val="320"/>
              </a:spcBef>
              <a:spcAft>
                <a:spcPts val="0"/>
              </a:spcAft>
              <a:buClr>
                <a:srgbClr val="000000"/>
              </a:buClr>
              <a:buSzPts val="1600"/>
              <a:buFont typeface="Calibri"/>
              <a:buNone/>
              <a:defRPr b="1" sz="1600"/>
            </a:lvl9pPr>
          </a:lstStyle>
          <a:p/>
        </p:txBody>
      </p:sp>
      <p:sp>
        <p:nvSpPr>
          <p:cNvPr id="51" name="Google Shape;51;p13"/>
          <p:cNvSpPr txBox="1"/>
          <p:nvPr>
            <p:ph idx="2" type="body"/>
          </p:nvPr>
        </p:nvSpPr>
        <p:spPr>
          <a:xfrm>
            <a:off x="1187624" y="2276872"/>
            <a:ext cx="3600400" cy="3774405"/>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SzPts val="2400"/>
              <a:buFont typeface="Calibri"/>
              <a:buChar char="•"/>
              <a:defRPr sz="2400"/>
            </a:lvl1pPr>
            <a:lvl2pPr indent="-355600" lvl="1" marL="914400" algn="l">
              <a:spcBef>
                <a:spcPts val="400"/>
              </a:spcBef>
              <a:spcAft>
                <a:spcPts val="0"/>
              </a:spcAft>
              <a:buClr>
                <a:srgbClr val="000000"/>
              </a:buClr>
              <a:buSzPts val="2000"/>
              <a:buFont typeface="Calibri"/>
              <a:buChar char="–"/>
              <a:defRPr sz="2000"/>
            </a:lvl2pPr>
            <a:lvl3pPr indent="-342900" lvl="2" marL="1371600" algn="l">
              <a:spcBef>
                <a:spcPts val="360"/>
              </a:spcBef>
              <a:spcAft>
                <a:spcPts val="0"/>
              </a:spcAft>
              <a:buClr>
                <a:srgbClr val="000000"/>
              </a:buClr>
              <a:buSzPts val="1800"/>
              <a:buFont typeface="Calibri"/>
              <a:buChar char="•"/>
              <a:defRPr sz="1800"/>
            </a:lvl3pPr>
            <a:lvl4pPr indent="-330200" lvl="3" marL="1828800" algn="l">
              <a:spcBef>
                <a:spcPts val="320"/>
              </a:spcBef>
              <a:spcAft>
                <a:spcPts val="0"/>
              </a:spcAft>
              <a:buClr>
                <a:srgbClr val="000000"/>
              </a:buClr>
              <a:buSzPts val="1600"/>
              <a:buFont typeface="Calibri"/>
              <a:buChar char="–"/>
              <a:defRPr sz="1600"/>
            </a:lvl4pPr>
            <a:lvl5pPr indent="-330200" lvl="4" marL="2286000" algn="l">
              <a:spcBef>
                <a:spcPts val="320"/>
              </a:spcBef>
              <a:spcAft>
                <a:spcPts val="0"/>
              </a:spcAft>
              <a:buClr>
                <a:srgbClr val="000000"/>
              </a:buClr>
              <a:buSzPts val="1600"/>
              <a:buFont typeface="Calibri"/>
              <a:buChar char="»"/>
              <a:defRPr sz="1600"/>
            </a:lvl5pPr>
            <a:lvl6pPr indent="-330200" lvl="5" marL="2743200" algn="l">
              <a:spcBef>
                <a:spcPts val="320"/>
              </a:spcBef>
              <a:spcAft>
                <a:spcPts val="0"/>
              </a:spcAft>
              <a:buClr>
                <a:srgbClr val="000000"/>
              </a:buClr>
              <a:buSzPts val="1600"/>
              <a:buFont typeface="Calibri"/>
              <a:buChar char="»"/>
              <a:defRPr sz="1600"/>
            </a:lvl6pPr>
            <a:lvl7pPr indent="-330200" lvl="6" marL="3200400" algn="l">
              <a:spcBef>
                <a:spcPts val="320"/>
              </a:spcBef>
              <a:spcAft>
                <a:spcPts val="0"/>
              </a:spcAft>
              <a:buClr>
                <a:srgbClr val="000000"/>
              </a:buClr>
              <a:buSzPts val="1600"/>
              <a:buFont typeface="Calibri"/>
              <a:buChar char="»"/>
              <a:defRPr sz="1600"/>
            </a:lvl7pPr>
            <a:lvl8pPr indent="-330200" lvl="7" marL="3657600" algn="l">
              <a:spcBef>
                <a:spcPts val="320"/>
              </a:spcBef>
              <a:spcAft>
                <a:spcPts val="0"/>
              </a:spcAft>
              <a:buClr>
                <a:srgbClr val="000000"/>
              </a:buClr>
              <a:buSzPts val="1600"/>
              <a:buFont typeface="Calibri"/>
              <a:buChar char="»"/>
              <a:defRPr sz="1600"/>
            </a:lvl8pPr>
            <a:lvl9pPr indent="-330200" lvl="8" marL="4114800" algn="l">
              <a:spcBef>
                <a:spcPts val="320"/>
              </a:spcBef>
              <a:spcAft>
                <a:spcPts val="0"/>
              </a:spcAft>
              <a:buClr>
                <a:srgbClr val="000000"/>
              </a:buClr>
              <a:buSzPts val="1600"/>
              <a:buFont typeface="Calibri"/>
              <a:buChar char="»"/>
              <a:defRPr sz="1600"/>
            </a:lvl9pPr>
          </a:lstStyle>
          <a:p/>
        </p:txBody>
      </p:sp>
      <p:sp>
        <p:nvSpPr>
          <p:cNvPr id="52" name="Google Shape;52;p13"/>
          <p:cNvSpPr txBox="1"/>
          <p:nvPr>
            <p:ph idx="3" type="body"/>
          </p:nvPr>
        </p:nvSpPr>
        <p:spPr>
          <a:xfrm>
            <a:off x="4932040" y="1535113"/>
            <a:ext cx="3754760" cy="639762"/>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800"/>
              <a:buFont typeface="Calibri"/>
              <a:buNone/>
              <a:defRPr b="1" sz="1800"/>
            </a:lvl1pPr>
            <a:lvl2pPr indent="-228600" lvl="1" marL="914400" algn="l">
              <a:spcBef>
                <a:spcPts val="400"/>
              </a:spcBef>
              <a:spcAft>
                <a:spcPts val="0"/>
              </a:spcAft>
              <a:buClr>
                <a:srgbClr val="000000"/>
              </a:buClr>
              <a:buSzPts val="2000"/>
              <a:buFont typeface="Calibri"/>
              <a:buNone/>
              <a:defRPr b="1" sz="2000"/>
            </a:lvl2pPr>
            <a:lvl3pPr indent="-228600" lvl="2" marL="1371600" algn="l">
              <a:spcBef>
                <a:spcPts val="360"/>
              </a:spcBef>
              <a:spcAft>
                <a:spcPts val="0"/>
              </a:spcAft>
              <a:buClr>
                <a:srgbClr val="000000"/>
              </a:buClr>
              <a:buSzPts val="1800"/>
              <a:buFont typeface="Calibri"/>
              <a:buNone/>
              <a:defRPr b="1" sz="1800"/>
            </a:lvl3pPr>
            <a:lvl4pPr indent="-228600" lvl="3" marL="1828800" algn="l">
              <a:spcBef>
                <a:spcPts val="320"/>
              </a:spcBef>
              <a:spcAft>
                <a:spcPts val="0"/>
              </a:spcAft>
              <a:buClr>
                <a:srgbClr val="000000"/>
              </a:buClr>
              <a:buSzPts val="1600"/>
              <a:buFont typeface="Calibri"/>
              <a:buNone/>
              <a:defRPr b="1" sz="1600"/>
            </a:lvl4pPr>
            <a:lvl5pPr indent="-228600" lvl="4" marL="2286000" algn="l">
              <a:spcBef>
                <a:spcPts val="320"/>
              </a:spcBef>
              <a:spcAft>
                <a:spcPts val="0"/>
              </a:spcAft>
              <a:buClr>
                <a:srgbClr val="000000"/>
              </a:buClr>
              <a:buSzPts val="1600"/>
              <a:buFont typeface="Calibri"/>
              <a:buNone/>
              <a:defRPr b="1" sz="1600"/>
            </a:lvl5pPr>
            <a:lvl6pPr indent="-228600" lvl="5" marL="2743200" algn="l">
              <a:spcBef>
                <a:spcPts val="320"/>
              </a:spcBef>
              <a:spcAft>
                <a:spcPts val="0"/>
              </a:spcAft>
              <a:buClr>
                <a:srgbClr val="000000"/>
              </a:buClr>
              <a:buSzPts val="1600"/>
              <a:buFont typeface="Calibri"/>
              <a:buNone/>
              <a:defRPr b="1" sz="1600"/>
            </a:lvl6pPr>
            <a:lvl7pPr indent="-228600" lvl="6" marL="3200400" algn="l">
              <a:spcBef>
                <a:spcPts val="320"/>
              </a:spcBef>
              <a:spcAft>
                <a:spcPts val="0"/>
              </a:spcAft>
              <a:buClr>
                <a:srgbClr val="000000"/>
              </a:buClr>
              <a:buSzPts val="1600"/>
              <a:buFont typeface="Calibri"/>
              <a:buNone/>
              <a:defRPr b="1" sz="1600"/>
            </a:lvl7pPr>
            <a:lvl8pPr indent="-228600" lvl="7" marL="3657600" algn="l">
              <a:spcBef>
                <a:spcPts val="320"/>
              </a:spcBef>
              <a:spcAft>
                <a:spcPts val="0"/>
              </a:spcAft>
              <a:buClr>
                <a:srgbClr val="000000"/>
              </a:buClr>
              <a:buSzPts val="1600"/>
              <a:buFont typeface="Calibri"/>
              <a:buNone/>
              <a:defRPr b="1" sz="1600"/>
            </a:lvl8pPr>
            <a:lvl9pPr indent="-228600" lvl="8" marL="4114800" algn="l">
              <a:spcBef>
                <a:spcPts val="320"/>
              </a:spcBef>
              <a:spcAft>
                <a:spcPts val="0"/>
              </a:spcAft>
              <a:buClr>
                <a:srgbClr val="000000"/>
              </a:buClr>
              <a:buSzPts val="1600"/>
              <a:buFont typeface="Calibri"/>
              <a:buNone/>
              <a:defRPr b="1" sz="1600"/>
            </a:lvl9pPr>
          </a:lstStyle>
          <a:p/>
        </p:txBody>
      </p:sp>
      <p:sp>
        <p:nvSpPr>
          <p:cNvPr id="53" name="Google Shape;53;p13"/>
          <p:cNvSpPr txBox="1"/>
          <p:nvPr>
            <p:ph idx="4" type="body"/>
          </p:nvPr>
        </p:nvSpPr>
        <p:spPr>
          <a:xfrm>
            <a:off x="4932040" y="2276872"/>
            <a:ext cx="3754760" cy="3774405"/>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SzPts val="2400"/>
              <a:buFont typeface="Calibri"/>
              <a:buChar char="•"/>
              <a:defRPr sz="2400"/>
            </a:lvl1pPr>
            <a:lvl2pPr indent="-355600" lvl="1" marL="914400" algn="l">
              <a:spcBef>
                <a:spcPts val="400"/>
              </a:spcBef>
              <a:spcAft>
                <a:spcPts val="0"/>
              </a:spcAft>
              <a:buClr>
                <a:srgbClr val="000000"/>
              </a:buClr>
              <a:buSzPts val="2000"/>
              <a:buFont typeface="Calibri"/>
              <a:buChar char="–"/>
              <a:defRPr sz="2000"/>
            </a:lvl2pPr>
            <a:lvl3pPr indent="-342900" lvl="2" marL="1371600" algn="l">
              <a:spcBef>
                <a:spcPts val="360"/>
              </a:spcBef>
              <a:spcAft>
                <a:spcPts val="0"/>
              </a:spcAft>
              <a:buClr>
                <a:srgbClr val="000000"/>
              </a:buClr>
              <a:buSzPts val="1800"/>
              <a:buFont typeface="Calibri"/>
              <a:buChar char="•"/>
              <a:defRPr sz="1800"/>
            </a:lvl3pPr>
            <a:lvl4pPr indent="-330200" lvl="3" marL="1828800" algn="l">
              <a:spcBef>
                <a:spcPts val="320"/>
              </a:spcBef>
              <a:spcAft>
                <a:spcPts val="0"/>
              </a:spcAft>
              <a:buClr>
                <a:srgbClr val="000000"/>
              </a:buClr>
              <a:buSzPts val="1600"/>
              <a:buFont typeface="Calibri"/>
              <a:buChar char="–"/>
              <a:defRPr sz="1600"/>
            </a:lvl4pPr>
            <a:lvl5pPr indent="-330200" lvl="4" marL="2286000" algn="l">
              <a:spcBef>
                <a:spcPts val="320"/>
              </a:spcBef>
              <a:spcAft>
                <a:spcPts val="0"/>
              </a:spcAft>
              <a:buClr>
                <a:srgbClr val="000000"/>
              </a:buClr>
              <a:buSzPts val="1600"/>
              <a:buFont typeface="Calibri"/>
              <a:buChar char="»"/>
              <a:defRPr sz="1600"/>
            </a:lvl5pPr>
            <a:lvl6pPr indent="-330200" lvl="5" marL="2743200" algn="l">
              <a:spcBef>
                <a:spcPts val="320"/>
              </a:spcBef>
              <a:spcAft>
                <a:spcPts val="0"/>
              </a:spcAft>
              <a:buClr>
                <a:srgbClr val="000000"/>
              </a:buClr>
              <a:buSzPts val="1600"/>
              <a:buFont typeface="Calibri"/>
              <a:buChar char="»"/>
              <a:defRPr sz="1600"/>
            </a:lvl6pPr>
            <a:lvl7pPr indent="-330200" lvl="6" marL="3200400" algn="l">
              <a:spcBef>
                <a:spcPts val="320"/>
              </a:spcBef>
              <a:spcAft>
                <a:spcPts val="0"/>
              </a:spcAft>
              <a:buClr>
                <a:srgbClr val="000000"/>
              </a:buClr>
              <a:buSzPts val="1600"/>
              <a:buFont typeface="Calibri"/>
              <a:buChar char="»"/>
              <a:defRPr sz="1600"/>
            </a:lvl7pPr>
            <a:lvl8pPr indent="-330200" lvl="7" marL="3657600" algn="l">
              <a:spcBef>
                <a:spcPts val="320"/>
              </a:spcBef>
              <a:spcAft>
                <a:spcPts val="0"/>
              </a:spcAft>
              <a:buClr>
                <a:srgbClr val="000000"/>
              </a:buClr>
              <a:buSzPts val="1600"/>
              <a:buFont typeface="Calibri"/>
              <a:buChar char="»"/>
              <a:defRPr sz="1600"/>
            </a:lvl8pPr>
            <a:lvl9pPr indent="-330200" lvl="8" marL="4114800" algn="l">
              <a:spcBef>
                <a:spcPts val="320"/>
              </a:spcBef>
              <a:spcAft>
                <a:spcPts val="0"/>
              </a:spcAft>
              <a:buClr>
                <a:srgbClr val="000000"/>
              </a:buClr>
              <a:buSzPts val="1600"/>
              <a:buFont typeface="Calibri"/>
              <a:buChar char="»"/>
              <a:defRPr sz="16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2" type="twoObj">
  <p:cSld name="TWO_OBJECTS">
    <p:spTree>
      <p:nvGrpSpPr>
        <p:cNvPr id="54" name="Shape 54"/>
        <p:cNvGrpSpPr/>
        <p:nvPr/>
      </p:nvGrpSpPr>
      <p:grpSpPr>
        <a:xfrm>
          <a:off x="0" y="0"/>
          <a:ext cx="0" cy="0"/>
          <a:chOff x="0" y="0"/>
          <a:chExt cx="0" cy="0"/>
        </a:xfrm>
      </p:grpSpPr>
      <p:sp>
        <p:nvSpPr>
          <p:cNvPr id="55" name="Google Shape;55;p14"/>
          <p:cNvSpPr txBox="1"/>
          <p:nvPr>
            <p:ph type="title"/>
          </p:nvPr>
        </p:nvSpPr>
        <p:spPr>
          <a:xfrm>
            <a:off x="1258887" y="1125537"/>
            <a:ext cx="7416800" cy="5048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4"/>
          <p:cNvSpPr txBox="1"/>
          <p:nvPr>
            <p:ph idx="1" type="body"/>
          </p:nvPr>
        </p:nvSpPr>
        <p:spPr>
          <a:xfrm>
            <a:off x="1259632" y="1752600"/>
            <a:ext cx="3560018"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SzPts val="2800"/>
              <a:buFont typeface="Calibri"/>
              <a:buChar char="•"/>
              <a:defRPr sz="2800"/>
            </a:lvl1pPr>
            <a:lvl2pPr indent="-381000" lvl="1" marL="914400" algn="l">
              <a:spcBef>
                <a:spcPts val="480"/>
              </a:spcBef>
              <a:spcAft>
                <a:spcPts val="0"/>
              </a:spcAft>
              <a:buClr>
                <a:srgbClr val="000000"/>
              </a:buClr>
              <a:buSzPts val="2400"/>
              <a:buFont typeface="Calibri"/>
              <a:buChar char="–"/>
              <a:defRPr sz="2400"/>
            </a:lvl2pPr>
            <a:lvl3pPr indent="-355600" lvl="2" marL="1371600" algn="l">
              <a:spcBef>
                <a:spcPts val="400"/>
              </a:spcBef>
              <a:spcAft>
                <a:spcPts val="0"/>
              </a:spcAft>
              <a:buClr>
                <a:srgbClr val="000000"/>
              </a:buClr>
              <a:buSzPts val="2000"/>
              <a:buFont typeface="Calibri"/>
              <a:buChar char="•"/>
              <a:defRPr sz="2000"/>
            </a:lvl3pPr>
            <a:lvl4pPr indent="-342900" lvl="3" marL="1828800" algn="l">
              <a:spcBef>
                <a:spcPts val="360"/>
              </a:spcBef>
              <a:spcAft>
                <a:spcPts val="0"/>
              </a:spcAft>
              <a:buClr>
                <a:srgbClr val="000000"/>
              </a:buClr>
              <a:buSzPts val="1800"/>
              <a:buFont typeface="Calibri"/>
              <a:buChar char="–"/>
              <a:defRPr sz="1800"/>
            </a:lvl4pPr>
            <a:lvl5pPr indent="-342900" lvl="4" marL="2286000" algn="l">
              <a:spcBef>
                <a:spcPts val="360"/>
              </a:spcBef>
              <a:spcAft>
                <a:spcPts val="0"/>
              </a:spcAft>
              <a:buClr>
                <a:srgbClr val="000000"/>
              </a:buClr>
              <a:buSzPts val="1800"/>
              <a:buFont typeface="Calibri"/>
              <a:buChar char="»"/>
              <a:defRPr sz="1800"/>
            </a:lvl5pPr>
            <a:lvl6pPr indent="-342900" lvl="5" marL="2743200" algn="l">
              <a:spcBef>
                <a:spcPts val="360"/>
              </a:spcBef>
              <a:spcAft>
                <a:spcPts val="0"/>
              </a:spcAft>
              <a:buClr>
                <a:srgbClr val="000000"/>
              </a:buClr>
              <a:buSzPts val="1800"/>
              <a:buFont typeface="Calibri"/>
              <a:buChar char="»"/>
              <a:defRPr sz="1800"/>
            </a:lvl6pPr>
            <a:lvl7pPr indent="-342900" lvl="6" marL="3200400" algn="l">
              <a:spcBef>
                <a:spcPts val="360"/>
              </a:spcBef>
              <a:spcAft>
                <a:spcPts val="0"/>
              </a:spcAft>
              <a:buClr>
                <a:srgbClr val="000000"/>
              </a:buClr>
              <a:buSzPts val="1800"/>
              <a:buFont typeface="Calibri"/>
              <a:buChar char="»"/>
              <a:defRPr sz="1800"/>
            </a:lvl7pPr>
            <a:lvl8pPr indent="-342900" lvl="7" marL="3657600" algn="l">
              <a:spcBef>
                <a:spcPts val="360"/>
              </a:spcBef>
              <a:spcAft>
                <a:spcPts val="0"/>
              </a:spcAft>
              <a:buClr>
                <a:srgbClr val="000000"/>
              </a:buClr>
              <a:buSzPts val="1800"/>
              <a:buFont typeface="Calibri"/>
              <a:buChar char="»"/>
              <a:defRPr sz="1800"/>
            </a:lvl8pPr>
            <a:lvl9pPr indent="-342900" lvl="8" marL="4114800" algn="l">
              <a:spcBef>
                <a:spcPts val="360"/>
              </a:spcBef>
              <a:spcAft>
                <a:spcPts val="0"/>
              </a:spcAft>
              <a:buClr>
                <a:srgbClr val="000000"/>
              </a:buClr>
              <a:buSzPts val="1800"/>
              <a:buFont typeface="Calibri"/>
              <a:buChar char="»"/>
              <a:defRPr sz="1800"/>
            </a:lvl9pPr>
          </a:lstStyle>
          <a:p/>
        </p:txBody>
      </p:sp>
      <p:sp>
        <p:nvSpPr>
          <p:cNvPr id="57" name="Google Shape;57;p14"/>
          <p:cNvSpPr txBox="1"/>
          <p:nvPr>
            <p:ph idx="2" type="body"/>
          </p:nvPr>
        </p:nvSpPr>
        <p:spPr>
          <a:xfrm>
            <a:off x="4972050" y="1752600"/>
            <a:ext cx="3703638"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SzPts val="2800"/>
              <a:buFont typeface="Calibri"/>
              <a:buChar char="•"/>
              <a:defRPr sz="2800"/>
            </a:lvl1pPr>
            <a:lvl2pPr indent="-381000" lvl="1" marL="914400" algn="l">
              <a:spcBef>
                <a:spcPts val="480"/>
              </a:spcBef>
              <a:spcAft>
                <a:spcPts val="0"/>
              </a:spcAft>
              <a:buClr>
                <a:srgbClr val="000000"/>
              </a:buClr>
              <a:buSzPts val="2400"/>
              <a:buFont typeface="Calibri"/>
              <a:buChar char="–"/>
              <a:defRPr sz="2400"/>
            </a:lvl2pPr>
            <a:lvl3pPr indent="-355600" lvl="2" marL="1371600" algn="l">
              <a:spcBef>
                <a:spcPts val="400"/>
              </a:spcBef>
              <a:spcAft>
                <a:spcPts val="0"/>
              </a:spcAft>
              <a:buClr>
                <a:srgbClr val="000000"/>
              </a:buClr>
              <a:buSzPts val="2000"/>
              <a:buFont typeface="Calibri"/>
              <a:buChar char="•"/>
              <a:defRPr sz="2000"/>
            </a:lvl3pPr>
            <a:lvl4pPr indent="-342900" lvl="3" marL="1828800" algn="l">
              <a:spcBef>
                <a:spcPts val="360"/>
              </a:spcBef>
              <a:spcAft>
                <a:spcPts val="0"/>
              </a:spcAft>
              <a:buClr>
                <a:srgbClr val="000000"/>
              </a:buClr>
              <a:buSzPts val="1800"/>
              <a:buFont typeface="Calibri"/>
              <a:buChar char="–"/>
              <a:defRPr sz="1800"/>
            </a:lvl4pPr>
            <a:lvl5pPr indent="-342900" lvl="4" marL="2286000" algn="l">
              <a:spcBef>
                <a:spcPts val="360"/>
              </a:spcBef>
              <a:spcAft>
                <a:spcPts val="0"/>
              </a:spcAft>
              <a:buClr>
                <a:srgbClr val="000000"/>
              </a:buClr>
              <a:buSzPts val="1800"/>
              <a:buFont typeface="Calibri"/>
              <a:buChar char="»"/>
              <a:defRPr sz="1800"/>
            </a:lvl5pPr>
            <a:lvl6pPr indent="-342900" lvl="5" marL="2743200" algn="l">
              <a:spcBef>
                <a:spcPts val="360"/>
              </a:spcBef>
              <a:spcAft>
                <a:spcPts val="0"/>
              </a:spcAft>
              <a:buClr>
                <a:srgbClr val="000000"/>
              </a:buClr>
              <a:buSzPts val="1800"/>
              <a:buFont typeface="Calibri"/>
              <a:buChar char="»"/>
              <a:defRPr sz="1800"/>
            </a:lvl6pPr>
            <a:lvl7pPr indent="-342900" lvl="6" marL="3200400" algn="l">
              <a:spcBef>
                <a:spcPts val="360"/>
              </a:spcBef>
              <a:spcAft>
                <a:spcPts val="0"/>
              </a:spcAft>
              <a:buClr>
                <a:srgbClr val="000000"/>
              </a:buClr>
              <a:buSzPts val="1800"/>
              <a:buFont typeface="Calibri"/>
              <a:buChar char="»"/>
              <a:defRPr sz="1800"/>
            </a:lvl7pPr>
            <a:lvl8pPr indent="-342900" lvl="7" marL="3657600" algn="l">
              <a:spcBef>
                <a:spcPts val="360"/>
              </a:spcBef>
              <a:spcAft>
                <a:spcPts val="0"/>
              </a:spcAft>
              <a:buClr>
                <a:srgbClr val="000000"/>
              </a:buClr>
              <a:buSzPts val="1800"/>
              <a:buFont typeface="Calibri"/>
              <a:buChar char="»"/>
              <a:defRPr sz="1800"/>
            </a:lvl8pPr>
            <a:lvl9pPr indent="-342900" lvl="8" marL="4114800" algn="l">
              <a:spcBef>
                <a:spcPts val="360"/>
              </a:spcBef>
              <a:spcAft>
                <a:spcPts val="0"/>
              </a:spcAft>
              <a:buClr>
                <a:srgbClr val="000000"/>
              </a:buClr>
              <a:buSzPts val="1800"/>
              <a:buFont typeface="Calibri"/>
              <a:buChar char="»"/>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1259632" y="4406900"/>
            <a:ext cx="723508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
          <p:cNvSpPr txBox="1"/>
          <p:nvPr>
            <p:ph idx="1" type="body"/>
          </p:nvPr>
        </p:nvSpPr>
        <p:spPr>
          <a:xfrm>
            <a:off x="1220886" y="2708920"/>
            <a:ext cx="7307089"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2000"/>
              <a:buFont typeface="Calibri"/>
              <a:buNone/>
              <a:defRPr sz="2000"/>
            </a:lvl1pPr>
            <a:lvl2pPr indent="-228600" lvl="1" marL="914400" algn="l">
              <a:spcBef>
                <a:spcPts val="360"/>
              </a:spcBef>
              <a:spcAft>
                <a:spcPts val="0"/>
              </a:spcAft>
              <a:buClr>
                <a:srgbClr val="000000"/>
              </a:buClr>
              <a:buSzPts val="1800"/>
              <a:buFont typeface="Calibri"/>
              <a:buNone/>
              <a:defRPr sz="1800"/>
            </a:lvl2pPr>
            <a:lvl3pPr indent="-228600" lvl="2" marL="1371600" algn="l">
              <a:spcBef>
                <a:spcPts val="320"/>
              </a:spcBef>
              <a:spcAft>
                <a:spcPts val="0"/>
              </a:spcAft>
              <a:buClr>
                <a:srgbClr val="000000"/>
              </a:buClr>
              <a:buSzPts val="1600"/>
              <a:buFont typeface="Calibri"/>
              <a:buNone/>
              <a:defRPr sz="1600"/>
            </a:lvl3pPr>
            <a:lvl4pPr indent="-228600" lvl="3" marL="1828800" algn="l">
              <a:spcBef>
                <a:spcPts val="280"/>
              </a:spcBef>
              <a:spcAft>
                <a:spcPts val="0"/>
              </a:spcAft>
              <a:buClr>
                <a:srgbClr val="000000"/>
              </a:buClr>
              <a:buSzPts val="1400"/>
              <a:buFont typeface="Calibri"/>
              <a:buNone/>
              <a:defRPr sz="1400"/>
            </a:lvl4pPr>
            <a:lvl5pPr indent="-228600" lvl="4" marL="2286000" algn="l">
              <a:spcBef>
                <a:spcPts val="280"/>
              </a:spcBef>
              <a:spcAft>
                <a:spcPts val="0"/>
              </a:spcAft>
              <a:buClr>
                <a:srgbClr val="000000"/>
              </a:buClr>
              <a:buSzPts val="1400"/>
              <a:buFont typeface="Calibri"/>
              <a:buNone/>
              <a:defRPr sz="1400"/>
            </a:lvl5pPr>
            <a:lvl6pPr indent="-228600" lvl="5" marL="2743200" algn="l">
              <a:spcBef>
                <a:spcPts val="280"/>
              </a:spcBef>
              <a:spcAft>
                <a:spcPts val="0"/>
              </a:spcAft>
              <a:buClr>
                <a:srgbClr val="000000"/>
              </a:buClr>
              <a:buSzPts val="1400"/>
              <a:buFont typeface="Calibri"/>
              <a:buNone/>
              <a:defRPr sz="1400"/>
            </a:lvl6pPr>
            <a:lvl7pPr indent="-228600" lvl="6" marL="3200400" algn="l">
              <a:spcBef>
                <a:spcPts val="280"/>
              </a:spcBef>
              <a:spcAft>
                <a:spcPts val="0"/>
              </a:spcAft>
              <a:buClr>
                <a:srgbClr val="000000"/>
              </a:buClr>
              <a:buSzPts val="1400"/>
              <a:buFont typeface="Calibri"/>
              <a:buNone/>
              <a:defRPr sz="1400"/>
            </a:lvl7pPr>
            <a:lvl8pPr indent="-228600" lvl="7" marL="3657600" algn="l">
              <a:spcBef>
                <a:spcPts val="280"/>
              </a:spcBef>
              <a:spcAft>
                <a:spcPts val="0"/>
              </a:spcAft>
              <a:buClr>
                <a:srgbClr val="000000"/>
              </a:buClr>
              <a:buSzPts val="1400"/>
              <a:buFont typeface="Calibri"/>
              <a:buNone/>
              <a:defRPr sz="1400"/>
            </a:lvl8pPr>
            <a:lvl9pPr indent="-228600" lvl="8" marL="4114800" algn="l">
              <a:spcBef>
                <a:spcPts val="280"/>
              </a:spcBef>
              <a:spcAft>
                <a:spcPts val="0"/>
              </a:spcAft>
              <a:buClr>
                <a:srgbClr val="000000"/>
              </a:buClr>
              <a:buSzPts val="1400"/>
              <a:buFont typeface="Calibri"/>
              <a:buNone/>
              <a:defRPr sz="14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6096000"/>
            <a:ext cx="9144000" cy="762000"/>
            <a:chOff x="0" y="3840"/>
            <a:chExt cx="5760" cy="480"/>
          </a:xfrm>
        </p:grpSpPr>
        <p:sp>
          <p:nvSpPr>
            <p:cNvPr id="11" name="Google Shape;11;p1"/>
            <p:cNvSpPr txBox="1"/>
            <p:nvPr/>
          </p:nvSpPr>
          <p:spPr>
            <a:xfrm>
              <a:off x="0" y="3984"/>
              <a:ext cx="5760" cy="336"/>
            </a:xfrm>
            <a:prstGeom prst="rect">
              <a:avLst/>
            </a:prstGeom>
            <a:solidFill>
              <a:srgbClr val="8224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900" u="none">
                <a:solidFill>
                  <a:schemeClr val="lt1"/>
                </a:solidFill>
                <a:latin typeface="Arial"/>
                <a:ea typeface="Arial"/>
                <a:cs typeface="Arial"/>
                <a:sym typeface="Arial"/>
              </a:endParaRPr>
            </a:p>
          </p:txBody>
        </p:sp>
        <p:sp>
          <p:nvSpPr>
            <p:cNvPr id="12" name="Google Shape;12;p1"/>
            <p:cNvSpPr txBox="1"/>
            <p:nvPr/>
          </p:nvSpPr>
          <p:spPr>
            <a:xfrm>
              <a:off x="768" y="3840"/>
              <a:ext cx="4992" cy="480"/>
            </a:xfrm>
            <a:prstGeom prst="rect">
              <a:avLst/>
            </a:prstGeom>
            <a:solidFill>
              <a:srgbClr val="8224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900" u="none">
                <a:solidFill>
                  <a:schemeClr val="lt1"/>
                </a:solidFill>
                <a:latin typeface="Arial"/>
                <a:ea typeface="Arial"/>
                <a:cs typeface="Arial"/>
                <a:sym typeface="Arial"/>
              </a:endParaRPr>
            </a:p>
          </p:txBody>
        </p:sp>
      </p:grpSp>
      <p:sp>
        <p:nvSpPr>
          <p:cNvPr id="13" name="Google Shape;13;p1"/>
          <p:cNvSpPr txBox="1"/>
          <p:nvPr>
            <p:ph type="title"/>
          </p:nvPr>
        </p:nvSpPr>
        <p:spPr>
          <a:xfrm>
            <a:off x="1258887" y="1125537"/>
            <a:ext cx="7416800" cy="5048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2400" u="none" cap="none" strike="noStrike">
                <a:solidFill>
                  <a:srgbClr val="822433"/>
                </a:solidFill>
                <a:latin typeface="Calibri"/>
                <a:ea typeface="Calibri"/>
                <a:cs typeface="Calibri"/>
                <a:sym typeface="Calibri"/>
              </a:defRPr>
            </a:lvl1pPr>
            <a:lvl2pPr lvl="1" marR="0" rtl="0" algn="l">
              <a:spcBef>
                <a:spcPts val="0"/>
              </a:spcBef>
              <a:spcAft>
                <a:spcPts val="0"/>
              </a:spcAft>
              <a:buSzPts val="1400"/>
              <a:buNone/>
              <a:defRPr b="1" i="0" sz="2400" u="none" cap="none" strike="noStrike">
                <a:solidFill>
                  <a:srgbClr val="822433"/>
                </a:solidFill>
                <a:latin typeface="Calibri"/>
                <a:ea typeface="Calibri"/>
                <a:cs typeface="Calibri"/>
                <a:sym typeface="Calibri"/>
              </a:defRPr>
            </a:lvl2pPr>
            <a:lvl3pPr lvl="2" marR="0" rtl="0" algn="l">
              <a:spcBef>
                <a:spcPts val="0"/>
              </a:spcBef>
              <a:spcAft>
                <a:spcPts val="0"/>
              </a:spcAft>
              <a:buSzPts val="1400"/>
              <a:buNone/>
              <a:defRPr b="1" i="0" sz="2400" u="none" cap="none" strike="noStrike">
                <a:solidFill>
                  <a:srgbClr val="822433"/>
                </a:solidFill>
                <a:latin typeface="Calibri"/>
                <a:ea typeface="Calibri"/>
                <a:cs typeface="Calibri"/>
                <a:sym typeface="Calibri"/>
              </a:defRPr>
            </a:lvl3pPr>
            <a:lvl4pPr lvl="3" marR="0" rtl="0" algn="l">
              <a:spcBef>
                <a:spcPts val="0"/>
              </a:spcBef>
              <a:spcAft>
                <a:spcPts val="0"/>
              </a:spcAft>
              <a:buSzPts val="1400"/>
              <a:buNone/>
              <a:defRPr b="1" i="0" sz="2400" u="none" cap="none" strike="noStrike">
                <a:solidFill>
                  <a:srgbClr val="822433"/>
                </a:solidFill>
                <a:latin typeface="Calibri"/>
                <a:ea typeface="Calibri"/>
                <a:cs typeface="Calibri"/>
                <a:sym typeface="Calibri"/>
              </a:defRPr>
            </a:lvl4pPr>
            <a:lvl5pPr lvl="4" marR="0" rtl="0" algn="l">
              <a:spcBef>
                <a:spcPts val="0"/>
              </a:spcBef>
              <a:spcAft>
                <a:spcPts val="0"/>
              </a:spcAft>
              <a:buSzPts val="1400"/>
              <a:buNone/>
              <a:defRPr b="1" i="0" sz="2400" u="none" cap="none" strike="noStrike">
                <a:solidFill>
                  <a:srgbClr val="822433"/>
                </a:solidFill>
                <a:latin typeface="Calibri"/>
                <a:ea typeface="Calibri"/>
                <a:cs typeface="Calibri"/>
                <a:sym typeface="Calibri"/>
              </a:defRPr>
            </a:lvl5pPr>
            <a:lvl6pPr lvl="5" marR="0" rtl="0" algn="l">
              <a:spcBef>
                <a:spcPts val="0"/>
              </a:spcBef>
              <a:spcAft>
                <a:spcPts val="0"/>
              </a:spcAft>
              <a:buSzPts val="1400"/>
              <a:buNone/>
              <a:defRPr b="1" i="0" sz="2400" u="none" cap="none" strike="noStrike">
                <a:solidFill>
                  <a:srgbClr val="822433"/>
                </a:solidFill>
                <a:latin typeface="Arial"/>
                <a:ea typeface="Arial"/>
                <a:cs typeface="Arial"/>
                <a:sym typeface="Arial"/>
              </a:defRPr>
            </a:lvl6pPr>
            <a:lvl7pPr lvl="6" marR="0" rtl="0" algn="l">
              <a:spcBef>
                <a:spcPts val="0"/>
              </a:spcBef>
              <a:spcAft>
                <a:spcPts val="0"/>
              </a:spcAft>
              <a:buSzPts val="1400"/>
              <a:buNone/>
              <a:defRPr b="1" i="0" sz="2400" u="none" cap="none" strike="noStrike">
                <a:solidFill>
                  <a:srgbClr val="822433"/>
                </a:solidFill>
                <a:latin typeface="Arial"/>
                <a:ea typeface="Arial"/>
                <a:cs typeface="Arial"/>
                <a:sym typeface="Arial"/>
              </a:defRPr>
            </a:lvl7pPr>
            <a:lvl8pPr lvl="7" marR="0" rtl="0" algn="l">
              <a:spcBef>
                <a:spcPts val="0"/>
              </a:spcBef>
              <a:spcAft>
                <a:spcPts val="0"/>
              </a:spcAft>
              <a:buSzPts val="1400"/>
              <a:buNone/>
              <a:defRPr b="1" i="0" sz="2400" u="none" cap="none" strike="noStrike">
                <a:solidFill>
                  <a:srgbClr val="822433"/>
                </a:solidFill>
                <a:latin typeface="Arial"/>
                <a:ea typeface="Arial"/>
                <a:cs typeface="Arial"/>
                <a:sym typeface="Arial"/>
              </a:defRPr>
            </a:lvl8pPr>
            <a:lvl9pPr lvl="8" marR="0" rtl="0" algn="l">
              <a:spcBef>
                <a:spcPts val="0"/>
              </a:spcBef>
              <a:spcAft>
                <a:spcPts val="0"/>
              </a:spcAft>
              <a:buSzPts val="1400"/>
              <a:buNone/>
              <a:defRPr b="1" i="0" sz="2400" u="none" cap="none" strike="noStrike">
                <a:solidFill>
                  <a:srgbClr val="822433"/>
                </a:solidFill>
                <a:latin typeface="Arial"/>
                <a:ea typeface="Arial"/>
                <a:cs typeface="Arial"/>
                <a:sym typeface="Arial"/>
              </a:defRPr>
            </a:lvl9pPr>
          </a:lstStyle>
          <a:p/>
        </p:txBody>
      </p:sp>
      <p:sp>
        <p:nvSpPr>
          <p:cNvPr id="14" name="Google Shape;14;p1"/>
          <p:cNvSpPr txBox="1"/>
          <p:nvPr>
            <p:ph idx="1" type="body"/>
          </p:nvPr>
        </p:nvSpPr>
        <p:spPr>
          <a:xfrm>
            <a:off x="1258887" y="1752600"/>
            <a:ext cx="7416800" cy="41148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822433"/>
              </a:buClr>
              <a:buSzPts val="2400"/>
              <a:buFont typeface="Calibri"/>
              <a:buChar char="•"/>
              <a:defRPr b="0" i="0" sz="2400" u="none" cap="none" strike="noStrike">
                <a:solidFill>
                  <a:srgbClr val="000000"/>
                </a:solidFill>
                <a:latin typeface="Calibri"/>
                <a:ea typeface="Calibri"/>
                <a:cs typeface="Calibri"/>
                <a:sym typeface="Calibri"/>
              </a:defRPr>
            </a:lvl1pPr>
            <a:lvl2pPr indent="-355600" lvl="1" marL="914400" marR="0" rtl="0" algn="l">
              <a:spcBef>
                <a:spcPts val="400"/>
              </a:spcBef>
              <a:spcAft>
                <a:spcPts val="0"/>
              </a:spcAft>
              <a:buClr>
                <a:srgbClr val="000000"/>
              </a:buClr>
              <a:buSzPts val="2000"/>
              <a:buFont typeface="Calibri"/>
              <a:buChar char="–"/>
              <a:defRPr b="0" i="0" sz="2000" u="none" cap="none" strike="noStrike">
                <a:solidFill>
                  <a:srgbClr val="000000"/>
                </a:solidFill>
                <a:latin typeface="Calibri"/>
                <a:ea typeface="Calibri"/>
                <a:cs typeface="Calibri"/>
                <a:sym typeface="Calibri"/>
              </a:defRPr>
            </a:lvl2pPr>
            <a:lvl3pPr indent="-330200" lvl="2" marL="1371600" marR="0" rtl="0" algn="l">
              <a:spcBef>
                <a:spcPts val="320"/>
              </a:spcBef>
              <a:spcAft>
                <a:spcPts val="0"/>
              </a:spcAft>
              <a:buClr>
                <a:srgbClr val="000000"/>
              </a:buClr>
              <a:buSzPts val="1600"/>
              <a:buFont typeface="Calibri"/>
              <a:buChar char="•"/>
              <a:defRPr b="0" i="0" sz="1600" u="none" cap="none" strike="noStrike">
                <a:solidFill>
                  <a:srgbClr val="000000"/>
                </a:solidFill>
                <a:latin typeface="Calibri"/>
                <a:ea typeface="Calibri"/>
                <a:cs typeface="Calibri"/>
                <a:sym typeface="Calibri"/>
              </a:defRPr>
            </a:lvl3pPr>
            <a:lvl4pPr indent="-317500" lvl="3" marL="1828800" marR="0" rtl="0" algn="l">
              <a:spcBef>
                <a:spcPts val="280"/>
              </a:spcBef>
              <a:spcAft>
                <a:spcPts val="0"/>
              </a:spcAft>
              <a:buClr>
                <a:srgbClr val="000000"/>
              </a:buClr>
              <a:buSzPts val="1400"/>
              <a:buFont typeface="Calibri"/>
              <a:buChar char="–"/>
              <a:defRPr b="0" i="0" sz="1400" u="none" cap="none" strike="noStrike">
                <a:solidFill>
                  <a:srgbClr val="000000"/>
                </a:solidFill>
                <a:latin typeface="Calibri"/>
                <a:ea typeface="Calibri"/>
                <a:cs typeface="Calibri"/>
                <a:sym typeface="Calibri"/>
              </a:defRPr>
            </a:lvl4pPr>
            <a:lvl5pPr indent="-304800" lvl="4" marL="2286000" marR="0" rtl="0" algn="l">
              <a:spcBef>
                <a:spcPts val="240"/>
              </a:spcBef>
              <a:spcAft>
                <a:spcPts val="0"/>
              </a:spcAft>
              <a:buClr>
                <a:srgbClr val="000000"/>
              </a:buClr>
              <a:buSzPts val="1200"/>
              <a:buFont typeface="Calibri"/>
              <a:buChar char="»"/>
              <a:defRPr b="0" i="0" sz="1200" u="none" cap="none" strike="noStrike">
                <a:solidFill>
                  <a:srgbClr val="000000"/>
                </a:solidFill>
                <a:latin typeface="Calibri"/>
                <a:ea typeface="Calibri"/>
                <a:cs typeface="Calibri"/>
                <a:sym typeface="Calibri"/>
              </a:defRPr>
            </a:lvl5pPr>
            <a:lvl6pPr indent="-304800" lvl="5" marL="2743200" marR="0" rtl="0" algn="l">
              <a:spcBef>
                <a:spcPts val="240"/>
              </a:spcBef>
              <a:spcAft>
                <a:spcPts val="0"/>
              </a:spcAft>
              <a:buClr>
                <a:srgbClr val="000000"/>
              </a:buClr>
              <a:buSzPts val="1200"/>
              <a:buFont typeface="Calibri"/>
              <a:buChar char="»"/>
              <a:defRPr b="0" i="0" sz="1200" u="none" cap="none" strike="noStrike">
                <a:solidFill>
                  <a:srgbClr val="000000"/>
                </a:solidFill>
                <a:latin typeface="Calibri"/>
                <a:ea typeface="Calibri"/>
                <a:cs typeface="Calibri"/>
                <a:sym typeface="Calibri"/>
              </a:defRPr>
            </a:lvl6pPr>
            <a:lvl7pPr indent="-304800" lvl="6" marL="3200400" marR="0" rtl="0" algn="l">
              <a:spcBef>
                <a:spcPts val="240"/>
              </a:spcBef>
              <a:spcAft>
                <a:spcPts val="0"/>
              </a:spcAft>
              <a:buClr>
                <a:srgbClr val="000000"/>
              </a:buClr>
              <a:buSzPts val="1200"/>
              <a:buFont typeface="Calibri"/>
              <a:buChar char="»"/>
              <a:defRPr b="0" i="0" sz="1200" u="none" cap="none" strike="noStrike">
                <a:solidFill>
                  <a:srgbClr val="000000"/>
                </a:solidFill>
                <a:latin typeface="Calibri"/>
                <a:ea typeface="Calibri"/>
                <a:cs typeface="Calibri"/>
                <a:sym typeface="Calibri"/>
              </a:defRPr>
            </a:lvl7pPr>
            <a:lvl8pPr indent="-304800" lvl="7" marL="3657600" marR="0" rtl="0" algn="l">
              <a:spcBef>
                <a:spcPts val="240"/>
              </a:spcBef>
              <a:spcAft>
                <a:spcPts val="0"/>
              </a:spcAft>
              <a:buClr>
                <a:srgbClr val="000000"/>
              </a:buClr>
              <a:buSzPts val="1200"/>
              <a:buFont typeface="Calibri"/>
              <a:buChar char="»"/>
              <a:defRPr b="0" i="0" sz="1200" u="none" cap="none" strike="noStrike">
                <a:solidFill>
                  <a:srgbClr val="000000"/>
                </a:solidFill>
                <a:latin typeface="Calibri"/>
                <a:ea typeface="Calibri"/>
                <a:cs typeface="Calibri"/>
                <a:sym typeface="Calibri"/>
              </a:defRPr>
            </a:lvl8pPr>
            <a:lvl9pPr indent="-304800" lvl="8" marL="4114800" marR="0" rtl="0" algn="l">
              <a:spcBef>
                <a:spcPts val="240"/>
              </a:spcBef>
              <a:spcAft>
                <a:spcPts val="0"/>
              </a:spcAft>
              <a:buClr>
                <a:srgbClr val="000000"/>
              </a:buClr>
              <a:buSzPts val="1200"/>
              <a:buFont typeface="Calibri"/>
              <a:buChar char="»"/>
              <a:defRPr b="0" i="0" sz="1200" u="none" cap="none" strike="noStrike">
                <a:solidFill>
                  <a:srgbClr val="000000"/>
                </a:solidFill>
                <a:latin typeface="Calibri"/>
                <a:ea typeface="Calibri"/>
                <a:cs typeface="Calibri"/>
                <a:sym typeface="Calibri"/>
              </a:defRPr>
            </a:lvl9pPr>
          </a:lstStyle>
          <a:p/>
        </p:txBody>
      </p:sp>
      <p:pic>
        <p:nvPicPr>
          <p:cNvPr id="15" name="Google Shape;15;p1"/>
          <p:cNvPicPr preferRelativeResize="0"/>
          <p:nvPr/>
        </p:nvPicPr>
        <p:blipFill rotWithShape="1">
          <a:blip r:embed="rId1">
            <a:alphaModFix/>
          </a:blip>
          <a:srcRect b="0" l="0" r="0" t="0"/>
          <a:stretch/>
        </p:blipFill>
        <p:spPr>
          <a:xfrm>
            <a:off x="107950" y="115887"/>
            <a:ext cx="2555875" cy="8318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2.jpg"/><Relationship Id="rId5"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jpg"/><Relationship Id="rId4" Type="http://schemas.openxmlformats.org/officeDocument/2006/relationships/image" Target="../media/image2.jpg"/><Relationship Id="rId5"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6"/>
          <p:cNvSpPr txBox="1"/>
          <p:nvPr/>
        </p:nvSpPr>
        <p:spPr>
          <a:xfrm>
            <a:off x="0" y="0"/>
            <a:ext cx="9144000" cy="3429000"/>
          </a:xfrm>
          <a:prstGeom prst="rect">
            <a:avLst/>
          </a:prstGeom>
          <a:solidFill>
            <a:srgbClr val="00677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900" u="none">
              <a:solidFill>
                <a:schemeClr val="lt1"/>
              </a:solidFill>
              <a:latin typeface="Arial"/>
              <a:ea typeface="Arial"/>
              <a:cs typeface="Arial"/>
              <a:sym typeface="Arial"/>
            </a:endParaRPr>
          </a:p>
        </p:txBody>
      </p:sp>
      <p:grpSp>
        <p:nvGrpSpPr>
          <p:cNvPr id="67" name="Google Shape;67;p16"/>
          <p:cNvGrpSpPr/>
          <p:nvPr/>
        </p:nvGrpSpPr>
        <p:grpSpPr>
          <a:xfrm>
            <a:off x="0" y="2759075"/>
            <a:ext cx="9146023" cy="4098798"/>
            <a:chOff x="0" y="1738"/>
            <a:chExt cx="5761" cy="2582"/>
          </a:xfrm>
        </p:grpSpPr>
        <p:pic>
          <p:nvPicPr>
            <p:cNvPr descr="Fondino" id="68" name="Google Shape;68;p16"/>
            <p:cNvPicPr preferRelativeResize="0"/>
            <p:nvPr/>
          </p:nvPicPr>
          <p:blipFill rotWithShape="1">
            <a:blip r:embed="rId3">
              <a:alphaModFix/>
            </a:blip>
            <a:srcRect b="0" l="0" r="0" t="0"/>
            <a:stretch/>
          </p:blipFill>
          <p:spPr>
            <a:xfrm>
              <a:off x="0" y="2158"/>
              <a:ext cx="5761" cy="2162"/>
            </a:xfrm>
            <a:prstGeom prst="rect">
              <a:avLst/>
            </a:prstGeom>
            <a:noFill/>
            <a:ln>
              <a:noFill/>
            </a:ln>
          </p:spPr>
        </p:pic>
        <p:pic>
          <p:nvPicPr>
            <p:cNvPr descr="logo +marchio" id="69" name="Google Shape;69;p16"/>
            <p:cNvPicPr preferRelativeResize="0"/>
            <p:nvPr/>
          </p:nvPicPr>
          <p:blipFill rotWithShape="1">
            <a:blip r:embed="rId4">
              <a:alphaModFix/>
            </a:blip>
            <a:srcRect b="0" l="0" r="0" t="0"/>
            <a:stretch/>
          </p:blipFill>
          <p:spPr>
            <a:xfrm>
              <a:off x="0" y="2160"/>
              <a:ext cx="5760" cy="722"/>
            </a:xfrm>
            <a:prstGeom prst="rect">
              <a:avLst/>
            </a:prstGeom>
            <a:noFill/>
            <a:ln>
              <a:noFill/>
            </a:ln>
          </p:spPr>
        </p:pic>
        <p:pic>
          <p:nvPicPr>
            <p:cNvPr descr="fascia" id="70" name="Google Shape;70;p16"/>
            <p:cNvPicPr preferRelativeResize="0"/>
            <p:nvPr/>
          </p:nvPicPr>
          <p:blipFill rotWithShape="1">
            <a:blip r:embed="rId5">
              <a:alphaModFix/>
            </a:blip>
            <a:srcRect b="0" l="0" r="0" t="0"/>
            <a:stretch/>
          </p:blipFill>
          <p:spPr>
            <a:xfrm>
              <a:off x="1316" y="1738"/>
              <a:ext cx="4443" cy="422"/>
            </a:xfrm>
            <a:prstGeom prst="rect">
              <a:avLst/>
            </a:prstGeom>
            <a:noFill/>
            <a:ln cap="flat" cmpd="sng" w="9525">
              <a:solidFill>
                <a:schemeClr val="dk2"/>
              </a:solidFill>
              <a:prstDash val="solid"/>
              <a:miter lim="800000"/>
              <a:headEnd len="sm" w="sm" type="none"/>
              <a:tailEnd len="sm" w="sm" type="none"/>
            </a:ln>
          </p:spPr>
        </p:pic>
      </p:grpSp>
      <p:sp>
        <p:nvSpPr>
          <p:cNvPr id="71" name="Google Shape;71;p16"/>
          <p:cNvSpPr txBox="1"/>
          <p:nvPr>
            <p:ph type="ctrTitle"/>
          </p:nvPr>
        </p:nvSpPr>
        <p:spPr>
          <a:xfrm>
            <a:off x="2089150" y="188912"/>
            <a:ext cx="6369000" cy="197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FF"/>
              </a:buClr>
              <a:buSzPts val="1600"/>
              <a:buFont typeface="Calibri"/>
              <a:buNone/>
            </a:pPr>
            <a:br>
              <a:rPr b="0" i="0" lang="en-US" sz="1600" u="none">
                <a:solidFill>
                  <a:srgbClr val="FFFFFF"/>
                </a:solidFill>
                <a:latin typeface="Calibri"/>
                <a:ea typeface="Calibri"/>
                <a:cs typeface="Calibri"/>
                <a:sym typeface="Calibri"/>
              </a:rPr>
            </a:br>
            <a:r>
              <a:rPr b="0" i="0" lang="en-US" sz="1600" u="none">
                <a:solidFill>
                  <a:srgbClr val="FFFFFF"/>
                </a:solidFill>
                <a:latin typeface="Calibri"/>
                <a:ea typeface="Calibri"/>
                <a:cs typeface="Calibri"/>
                <a:sym typeface="Calibri"/>
              </a:rPr>
              <a:t>Dipartimento: INGEGNERIA INFORMATICA, AUTOMATICA E GESTIONALE "ANTONIO RUBERTI"</a:t>
            </a:r>
            <a:br>
              <a:rPr b="0" i="0" lang="en-US" sz="1600" u="none">
                <a:solidFill>
                  <a:srgbClr val="FFFFFF"/>
                </a:solidFill>
                <a:latin typeface="Calibri"/>
                <a:ea typeface="Calibri"/>
                <a:cs typeface="Calibri"/>
                <a:sym typeface="Calibri"/>
              </a:rPr>
            </a:br>
            <a:br>
              <a:rPr b="0" i="0" lang="en-US" sz="1600" u="none">
                <a:solidFill>
                  <a:srgbClr val="FFFFFF"/>
                </a:solidFill>
                <a:latin typeface="Calibri"/>
                <a:ea typeface="Calibri"/>
                <a:cs typeface="Calibri"/>
                <a:sym typeface="Calibri"/>
              </a:rPr>
            </a:br>
            <a:r>
              <a:rPr b="0" i="0" lang="en-US" sz="1600" u="none">
                <a:solidFill>
                  <a:srgbClr val="FFFFFF"/>
                </a:solidFill>
                <a:latin typeface="Calibri"/>
                <a:ea typeface="Calibri"/>
                <a:cs typeface="Calibri"/>
                <a:sym typeface="Calibri"/>
              </a:rPr>
              <a:t>Facoltà di Ingegneria dell'informazione, informatica e statistica, Università di Roma Sapienza</a:t>
            </a:r>
            <a:br>
              <a:rPr b="0" i="0" lang="en-US" sz="1600" u="none">
                <a:solidFill>
                  <a:srgbClr val="FFFFFF"/>
                </a:solidFill>
                <a:latin typeface="Calibri"/>
                <a:ea typeface="Calibri"/>
                <a:cs typeface="Calibri"/>
                <a:sym typeface="Calibri"/>
              </a:rPr>
            </a:br>
            <a:r>
              <a:rPr b="0" i="0" lang="en-US" sz="1600" u="none">
                <a:solidFill>
                  <a:srgbClr val="FFFFFF"/>
                </a:solidFill>
                <a:latin typeface="Calibri"/>
                <a:ea typeface="Calibri"/>
                <a:cs typeface="Calibri"/>
                <a:sym typeface="Calibri"/>
              </a:rPr>
              <a:t>Anno Accademico 2021-2022</a:t>
            </a:r>
            <a:br>
              <a:rPr b="0" i="0" lang="en-US" sz="1600" u="none">
                <a:solidFill>
                  <a:srgbClr val="FFFFFF"/>
                </a:solidFill>
                <a:latin typeface="Calibri"/>
                <a:ea typeface="Calibri"/>
                <a:cs typeface="Calibri"/>
                <a:sym typeface="Calibri"/>
              </a:rPr>
            </a:br>
            <a:br>
              <a:rPr b="0" i="0" lang="en-US" sz="1600" u="none">
                <a:solidFill>
                  <a:srgbClr val="FFFFFF"/>
                </a:solidFill>
                <a:latin typeface="Calibri"/>
                <a:ea typeface="Calibri"/>
                <a:cs typeface="Calibri"/>
                <a:sym typeface="Calibri"/>
              </a:rPr>
            </a:br>
            <a:r>
              <a:rPr b="0" i="0" lang="en-US" sz="1600" u="none">
                <a:solidFill>
                  <a:srgbClr val="FFFFFF"/>
                </a:solidFill>
                <a:latin typeface="Calibri"/>
                <a:ea typeface="Calibri"/>
                <a:cs typeface="Calibri"/>
                <a:sym typeface="Calibri"/>
              </a:rPr>
              <a:t>Dr. Matteo Campana</a:t>
            </a:r>
            <a:endParaRPr/>
          </a:p>
        </p:txBody>
      </p:sp>
      <p:sp>
        <p:nvSpPr>
          <p:cNvPr id="72" name="Google Shape;72;p16"/>
          <p:cNvSpPr txBox="1"/>
          <p:nvPr/>
        </p:nvSpPr>
        <p:spPr>
          <a:xfrm>
            <a:off x="5701075" y="4873325"/>
            <a:ext cx="3135000" cy="169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800"/>
              <a:buFont typeface="Calibri"/>
              <a:buNone/>
            </a:pPr>
            <a:r>
              <a:rPr lang="en-US" sz="1800">
                <a:solidFill>
                  <a:schemeClr val="lt1"/>
                </a:solidFill>
              </a:rPr>
              <a:t>Thesis Advisor</a:t>
            </a:r>
            <a:endParaRPr sz="1800">
              <a:solidFill>
                <a:schemeClr val="lt1"/>
              </a:solidFill>
            </a:endParaRPr>
          </a:p>
          <a:p>
            <a:pPr indent="0" lvl="0" marL="0" marR="0" rtl="0" algn="l">
              <a:lnSpc>
                <a:spcPct val="100000"/>
              </a:lnSpc>
              <a:spcBef>
                <a:spcPts val="0"/>
              </a:spcBef>
              <a:spcAft>
                <a:spcPts val="0"/>
              </a:spcAft>
              <a:buClr>
                <a:srgbClr val="FFFFFF"/>
              </a:buClr>
              <a:buSzPts val="2800"/>
              <a:buFont typeface="Calibri"/>
              <a:buNone/>
            </a:pPr>
            <a:r>
              <a:rPr lang="en-US" sz="1800">
                <a:solidFill>
                  <a:schemeClr val="lt1"/>
                </a:solidFill>
              </a:rPr>
              <a:t>Prof. Simone Scardapane</a:t>
            </a:r>
            <a:endParaRPr sz="1800">
              <a:solidFill>
                <a:schemeClr val="lt1"/>
              </a:solidFill>
            </a:endParaRPr>
          </a:p>
          <a:p>
            <a:pPr indent="0" lvl="0" marL="0" marR="0" rtl="0" algn="l">
              <a:lnSpc>
                <a:spcPct val="100000"/>
              </a:lnSpc>
              <a:spcBef>
                <a:spcPts val="0"/>
              </a:spcBef>
              <a:spcAft>
                <a:spcPts val="0"/>
              </a:spcAft>
              <a:buClr>
                <a:srgbClr val="FFFFFF"/>
              </a:buClr>
              <a:buSzPts val="2800"/>
              <a:buFont typeface="Calibri"/>
              <a:buNone/>
            </a:pPr>
            <a:r>
              <a:t/>
            </a:r>
            <a:endParaRPr sz="1800">
              <a:solidFill>
                <a:schemeClr val="lt1"/>
              </a:solidFill>
            </a:endParaRPr>
          </a:p>
          <a:p>
            <a:pPr indent="0" lvl="0" marL="0" marR="0" rtl="0" algn="l">
              <a:lnSpc>
                <a:spcPct val="100000"/>
              </a:lnSpc>
              <a:spcBef>
                <a:spcPts val="0"/>
              </a:spcBef>
              <a:spcAft>
                <a:spcPts val="0"/>
              </a:spcAft>
              <a:buClr>
                <a:srgbClr val="FFFFFF"/>
              </a:buClr>
              <a:buSzPts val="2800"/>
              <a:buFont typeface="Calibri"/>
              <a:buNone/>
            </a:pPr>
            <a:r>
              <a:rPr lang="en-US" sz="1800">
                <a:solidFill>
                  <a:schemeClr val="lt1"/>
                </a:solidFill>
              </a:rPr>
              <a:t>Co-Advisor        </a:t>
            </a:r>
            <a:endParaRPr sz="1800">
              <a:solidFill>
                <a:schemeClr val="lt1"/>
              </a:solidFill>
            </a:endParaRPr>
          </a:p>
          <a:p>
            <a:pPr indent="0" lvl="0" marL="0" marR="0" rtl="0" algn="l">
              <a:lnSpc>
                <a:spcPct val="100000"/>
              </a:lnSpc>
              <a:spcBef>
                <a:spcPts val="0"/>
              </a:spcBef>
              <a:spcAft>
                <a:spcPts val="0"/>
              </a:spcAft>
              <a:buClr>
                <a:srgbClr val="FFFFFF"/>
              </a:buClr>
              <a:buSzPts val="2800"/>
              <a:buFont typeface="Calibri"/>
              <a:buNone/>
            </a:pPr>
            <a:r>
              <a:rPr lang="en-US" sz="1800">
                <a:solidFill>
                  <a:schemeClr val="lt1"/>
                </a:solidFill>
              </a:rPr>
              <a:t>Dr. Valerio Masocci</a:t>
            </a:r>
            <a:endParaRPr sz="1800">
              <a:solidFill>
                <a:schemeClr val="lt1"/>
              </a:solidFill>
            </a:endParaRPr>
          </a:p>
          <a:p>
            <a:pPr indent="0" lvl="0" marL="0" marR="0" rtl="0" algn="l">
              <a:lnSpc>
                <a:spcPct val="100000"/>
              </a:lnSpc>
              <a:spcBef>
                <a:spcPts val="0"/>
              </a:spcBef>
              <a:spcAft>
                <a:spcPts val="0"/>
              </a:spcAft>
              <a:buClr>
                <a:srgbClr val="FFFFFF"/>
              </a:buClr>
              <a:buSzPts val="2800"/>
              <a:buFont typeface="Calibri"/>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ctrTitle"/>
          </p:nvPr>
        </p:nvSpPr>
        <p:spPr>
          <a:xfrm>
            <a:off x="685800" y="1010550"/>
            <a:ext cx="7772400" cy="553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Content</a:t>
            </a:r>
            <a:endParaRPr/>
          </a:p>
        </p:txBody>
      </p:sp>
      <p:sp>
        <p:nvSpPr>
          <p:cNvPr id="79" name="Google Shape;79;p17"/>
          <p:cNvSpPr txBox="1"/>
          <p:nvPr>
            <p:ph idx="1" type="subTitle"/>
          </p:nvPr>
        </p:nvSpPr>
        <p:spPr>
          <a:xfrm>
            <a:off x="1371600" y="1794550"/>
            <a:ext cx="6400800" cy="3777000"/>
          </a:xfrm>
          <a:prstGeom prst="rect">
            <a:avLst/>
          </a:prstGeom>
        </p:spPr>
        <p:txBody>
          <a:bodyPr anchorCtr="0" anchor="t" bIns="45700" lIns="91425" spcFirstLastPara="1" rIns="91425" wrap="square" tIns="45700">
            <a:noAutofit/>
          </a:bodyPr>
          <a:lstStyle/>
          <a:p>
            <a:pPr indent="-381000" lvl="0" marL="457200" rtl="0" algn="l">
              <a:spcBef>
                <a:spcPts val="480"/>
              </a:spcBef>
              <a:spcAft>
                <a:spcPts val="0"/>
              </a:spcAft>
              <a:buSzPts val="2400"/>
              <a:buChar char="-"/>
            </a:pPr>
            <a:r>
              <a:rPr lang="en-US"/>
              <a:t>Introduction</a:t>
            </a:r>
            <a:endParaRPr/>
          </a:p>
          <a:p>
            <a:pPr indent="-381000" lvl="0" marL="457200" rtl="0" algn="l">
              <a:spcBef>
                <a:spcPts val="0"/>
              </a:spcBef>
              <a:spcAft>
                <a:spcPts val="0"/>
              </a:spcAft>
              <a:buSzPts val="2400"/>
              <a:buChar char="-"/>
            </a:pPr>
            <a:r>
              <a:rPr lang="en-US"/>
              <a:t>Case study</a:t>
            </a:r>
            <a:endParaRPr/>
          </a:p>
          <a:p>
            <a:pPr indent="-381000" lvl="0" marL="457200" rtl="0" algn="l">
              <a:spcBef>
                <a:spcPts val="0"/>
              </a:spcBef>
              <a:spcAft>
                <a:spcPts val="0"/>
              </a:spcAft>
              <a:buSzPts val="2400"/>
              <a:buChar char="-"/>
            </a:pPr>
            <a:r>
              <a:rPr lang="en-US"/>
              <a:t>Proposed model</a:t>
            </a:r>
            <a:endParaRPr/>
          </a:p>
          <a:p>
            <a:pPr indent="-381000" lvl="0" marL="457200" rtl="0" algn="l">
              <a:spcBef>
                <a:spcPts val="0"/>
              </a:spcBef>
              <a:spcAft>
                <a:spcPts val="0"/>
              </a:spcAft>
              <a:buSzPts val="2400"/>
              <a:buChar char="-"/>
            </a:pPr>
            <a:r>
              <a:rPr lang="en-US"/>
              <a:t>Experiment solution</a:t>
            </a:r>
            <a:endParaRPr/>
          </a:p>
          <a:p>
            <a:pPr indent="-381000" lvl="0" marL="457200" rtl="0" algn="l">
              <a:spcBef>
                <a:spcPts val="0"/>
              </a:spcBef>
              <a:spcAft>
                <a:spcPts val="0"/>
              </a:spcAft>
              <a:buSzPts val="2400"/>
              <a:buChar char="-"/>
            </a:pPr>
            <a:r>
              <a:rPr lang="en-US"/>
              <a:t>Results</a:t>
            </a:r>
            <a:endParaRPr/>
          </a:p>
          <a:p>
            <a:pPr indent="-381000" lvl="0" marL="457200" rtl="0" algn="l">
              <a:spcBef>
                <a:spcPts val="0"/>
              </a:spcBef>
              <a:spcAft>
                <a:spcPts val="0"/>
              </a:spcAft>
              <a:buSzPts val="2400"/>
              <a:buChar char="-"/>
            </a:pPr>
            <a:r>
              <a:rPr lang="en-US"/>
              <a:t>Conclusions and future studies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ctrTitle"/>
          </p:nvPr>
        </p:nvSpPr>
        <p:spPr>
          <a:xfrm>
            <a:off x="685800" y="1131825"/>
            <a:ext cx="7772400" cy="6801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22433"/>
              </a:buClr>
              <a:buSzPts val="2400"/>
              <a:buFont typeface="Calibri"/>
              <a:buNone/>
            </a:pPr>
            <a:r>
              <a:rPr b="1" i="0" lang="en-US" sz="2400" u="none">
                <a:solidFill>
                  <a:srgbClr val="822433"/>
                </a:solidFill>
                <a:latin typeface="Calibri"/>
                <a:ea typeface="Calibri"/>
                <a:cs typeface="Calibri"/>
                <a:sym typeface="Calibri"/>
              </a:rPr>
              <a:t>Semantic Segmentation for Remote Sensing Images</a:t>
            </a:r>
            <a:endParaRPr/>
          </a:p>
        </p:txBody>
      </p:sp>
      <p:pic>
        <p:nvPicPr>
          <p:cNvPr id="85" name="Google Shape;85;p18"/>
          <p:cNvPicPr preferRelativeResize="0"/>
          <p:nvPr/>
        </p:nvPicPr>
        <p:blipFill>
          <a:blip r:embed="rId3">
            <a:alphaModFix/>
          </a:blip>
          <a:stretch>
            <a:fillRect/>
          </a:stretch>
        </p:blipFill>
        <p:spPr>
          <a:xfrm>
            <a:off x="1546563" y="1811925"/>
            <a:ext cx="6050875" cy="3403625"/>
          </a:xfrm>
          <a:prstGeom prst="rect">
            <a:avLst/>
          </a:prstGeom>
          <a:noFill/>
          <a:ln>
            <a:noFill/>
          </a:ln>
        </p:spPr>
      </p:pic>
      <p:sp>
        <p:nvSpPr>
          <p:cNvPr id="86" name="Google Shape;86;p18"/>
          <p:cNvSpPr txBox="1"/>
          <p:nvPr>
            <p:ph idx="4294967295" type="body"/>
          </p:nvPr>
        </p:nvSpPr>
        <p:spPr>
          <a:xfrm>
            <a:off x="863575" y="5548550"/>
            <a:ext cx="7416900" cy="489300"/>
          </a:xfrm>
          <a:prstGeom prst="rect">
            <a:avLst/>
          </a:prstGeom>
          <a:noFill/>
          <a:ln>
            <a:noFill/>
          </a:ln>
        </p:spPr>
        <p:txBody>
          <a:bodyPr anchorCtr="0" anchor="t" bIns="45700" lIns="91425" spcFirstLastPara="1" rIns="91425" wrap="square" tIns="45700">
            <a:noAutofit/>
          </a:bodyPr>
          <a:lstStyle/>
          <a:p>
            <a:pPr indent="0" lvl="0" marL="0" rtl="0" algn="ctr">
              <a:lnSpc>
                <a:spcPct val="115000"/>
              </a:lnSpc>
              <a:spcBef>
                <a:spcPts val="2400"/>
              </a:spcBef>
              <a:spcAft>
                <a:spcPts val="0"/>
              </a:spcAft>
              <a:buNone/>
            </a:pPr>
            <a:r>
              <a:rPr i="1" lang="en-US" sz="1600"/>
              <a:t>Galileo satellite. E.S.A. project</a:t>
            </a:r>
            <a:endParaRPr i="1" sz="1600"/>
          </a:p>
          <a:p>
            <a:pPr indent="-190500" lvl="0" marL="342900" marR="0" rtl="0" algn="ctr">
              <a:spcBef>
                <a:spcPts val="600"/>
              </a:spcBef>
              <a:spcAft>
                <a:spcPts val="0"/>
              </a:spcAft>
              <a:buClr>
                <a:srgbClr val="822433"/>
              </a:buClr>
              <a:buSzPts val="2400"/>
              <a:buFont typeface="Calibri"/>
              <a:buNone/>
            </a:pPr>
            <a:r>
              <a:t/>
            </a:r>
            <a:endParaRPr i="1"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Label Studio — Semantic Segmentation with Masks Data Labeling Template" id="92" name="Google Shape;92;p19"/>
          <p:cNvPicPr preferRelativeResize="0"/>
          <p:nvPr/>
        </p:nvPicPr>
        <p:blipFill>
          <a:blip r:embed="rId3">
            <a:alphaModFix/>
          </a:blip>
          <a:stretch>
            <a:fillRect/>
          </a:stretch>
        </p:blipFill>
        <p:spPr>
          <a:xfrm>
            <a:off x="259300" y="1275837"/>
            <a:ext cx="6103625" cy="4511375"/>
          </a:xfrm>
          <a:prstGeom prst="rect">
            <a:avLst/>
          </a:prstGeom>
          <a:noFill/>
          <a:ln>
            <a:noFill/>
          </a:ln>
        </p:spPr>
      </p:pic>
      <p:sp>
        <p:nvSpPr>
          <p:cNvPr id="93" name="Google Shape;93;p19"/>
          <p:cNvSpPr txBox="1"/>
          <p:nvPr>
            <p:ph idx="1" type="subTitle"/>
          </p:nvPr>
        </p:nvSpPr>
        <p:spPr>
          <a:xfrm>
            <a:off x="6580200" y="1275825"/>
            <a:ext cx="2246100" cy="47313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lang="en-US"/>
              <a:t>Aerial Image with </a:t>
            </a:r>
            <a:r>
              <a:rPr lang="en-US"/>
              <a:t>related</a:t>
            </a:r>
            <a:r>
              <a:rPr lang="en-US"/>
              <a:t> </a:t>
            </a:r>
            <a:r>
              <a:rPr lang="en-US"/>
              <a:t>segmentation mask</a:t>
            </a:r>
            <a:r>
              <a:rPr lang="en-US"/>
              <a:t> in overlay.</a:t>
            </a:r>
            <a:endParaRPr/>
          </a:p>
          <a:p>
            <a:pPr indent="0" lvl="0" marL="0" rtl="0" algn="l">
              <a:spcBef>
                <a:spcPts val="480"/>
              </a:spcBef>
              <a:spcAft>
                <a:spcPts val="0"/>
              </a:spcAft>
              <a:buNone/>
            </a:pPr>
            <a:r>
              <a:t/>
            </a:r>
            <a:endParaRPr/>
          </a:p>
          <a:p>
            <a:pPr indent="0" lvl="0" marL="0" rtl="0" algn="l">
              <a:spcBef>
                <a:spcPts val="480"/>
              </a:spcBef>
              <a:spcAft>
                <a:spcPts val="0"/>
              </a:spcAft>
              <a:buNone/>
            </a:pPr>
            <a:r>
              <a:rPr lang="en-US"/>
              <a:t>It is shown how each pixel of the mask is labelled with the category of the object that represents.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1258887" y="1125537"/>
            <a:ext cx="7416900" cy="5049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Remote Sensing Image Sample</a:t>
            </a:r>
            <a:endParaRPr b="1" sz="2400">
              <a:solidFill>
                <a:srgbClr val="822433"/>
              </a:solidFill>
              <a:latin typeface="Calibri"/>
              <a:ea typeface="Calibri"/>
              <a:cs typeface="Calibri"/>
              <a:sym typeface="Calibri"/>
            </a:endParaRPr>
          </a:p>
        </p:txBody>
      </p:sp>
      <p:sp>
        <p:nvSpPr>
          <p:cNvPr id="99" name="Google Shape;99;p20"/>
          <p:cNvSpPr txBox="1"/>
          <p:nvPr>
            <p:ph idx="1" type="body"/>
          </p:nvPr>
        </p:nvSpPr>
        <p:spPr>
          <a:xfrm>
            <a:off x="783450" y="5505250"/>
            <a:ext cx="7577100" cy="583800"/>
          </a:xfrm>
          <a:prstGeom prst="rect">
            <a:avLst/>
          </a:prstGeom>
          <a:noFill/>
          <a:ln>
            <a:noFill/>
          </a:ln>
        </p:spPr>
        <p:txBody>
          <a:bodyPr anchorCtr="0" anchor="t" bIns="45700" lIns="91425" spcFirstLastPara="1" rIns="91425" wrap="square" tIns="45700">
            <a:noAutofit/>
          </a:bodyPr>
          <a:lstStyle/>
          <a:p>
            <a:pPr indent="-190500" lvl="0" marL="342900" marR="0" rtl="0" algn="l">
              <a:spcBef>
                <a:spcPts val="0"/>
              </a:spcBef>
              <a:spcAft>
                <a:spcPts val="0"/>
              </a:spcAft>
              <a:buClr>
                <a:srgbClr val="822433"/>
              </a:buClr>
              <a:buSzPts val="2400"/>
              <a:buFont typeface="Calibri"/>
              <a:buNone/>
            </a:pPr>
            <a:r>
              <a:rPr i="1" lang="en-US" sz="1400"/>
              <a:t>Image sample of a RSI with its mask from ISPRS Potsdam Dataset. The treue </a:t>
            </a:r>
            <a:r>
              <a:rPr i="1" lang="en-US" sz="1400"/>
              <a:t>orthophoto</a:t>
            </a:r>
            <a:r>
              <a:rPr i="1" lang="en-US" sz="1400"/>
              <a:t> on the right while the masks on the left. Each object in the scene is labelled with the category of interest.</a:t>
            </a:r>
            <a:endParaRPr i="1" sz="1400">
              <a:solidFill>
                <a:srgbClr val="000000"/>
              </a:solidFill>
              <a:latin typeface="Calibri"/>
              <a:ea typeface="Calibri"/>
              <a:cs typeface="Calibri"/>
              <a:sym typeface="Calibri"/>
            </a:endParaRPr>
          </a:p>
        </p:txBody>
      </p:sp>
      <p:pic>
        <p:nvPicPr>
          <p:cNvPr id="100" name="Google Shape;100;p20"/>
          <p:cNvPicPr preferRelativeResize="0"/>
          <p:nvPr/>
        </p:nvPicPr>
        <p:blipFill>
          <a:blip r:embed="rId3">
            <a:alphaModFix/>
          </a:blip>
          <a:stretch>
            <a:fillRect/>
          </a:stretch>
        </p:blipFill>
        <p:spPr>
          <a:xfrm>
            <a:off x="703226" y="1806075"/>
            <a:ext cx="7737550" cy="369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21"/>
          <p:cNvPicPr preferRelativeResize="0"/>
          <p:nvPr/>
        </p:nvPicPr>
        <p:blipFill>
          <a:blip r:embed="rId3">
            <a:alphaModFix/>
          </a:blip>
          <a:stretch>
            <a:fillRect/>
          </a:stretch>
        </p:blipFill>
        <p:spPr>
          <a:xfrm>
            <a:off x="152400" y="1638300"/>
            <a:ext cx="8839200" cy="3581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2"/>
          <p:cNvPicPr preferRelativeResize="0"/>
          <p:nvPr/>
        </p:nvPicPr>
        <p:blipFill>
          <a:blip r:embed="rId3">
            <a:alphaModFix/>
          </a:blip>
          <a:stretch>
            <a:fillRect/>
          </a:stretch>
        </p:blipFill>
        <p:spPr>
          <a:xfrm>
            <a:off x="304813" y="1093863"/>
            <a:ext cx="8839201" cy="1289337"/>
          </a:xfrm>
          <a:prstGeom prst="rect">
            <a:avLst/>
          </a:prstGeom>
          <a:noFill/>
          <a:ln>
            <a:noFill/>
          </a:ln>
        </p:spPr>
      </p:pic>
      <p:pic>
        <p:nvPicPr>
          <p:cNvPr id="113" name="Google Shape;113;p22"/>
          <p:cNvPicPr preferRelativeResize="0"/>
          <p:nvPr/>
        </p:nvPicPr>
        <p:blipFill>
          <a:blip r:embed="rId4">
            <a:alphaModFix/>
          </a:blip>
          <a:stretch>
            <a:fillRect/>
          </a:stretch>
        </p:blipFill>
        <p:spPr>
          <a:xfrm>
            <a:off x="3890800" y="2867688"/>
            <a:ext cx="1667237" cy="1825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ctrTitle"/>
          </p:nvPr>
        </p:nvSpPr>
        <p:spPr>
          <a:xfrm>
            <a:off x="685800" y="1153475"/>
            <a:ext cx="7772400" cy="9456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2D Semantic Labeling Dataset - city of Potsdam</a:t>
            </a:r>
            <a:endParaRPr/>
          </a:p>
        </p:txBody>
      </p:sp>
      <p:sp>
        <p:nvSpPr>
          <p:cNvPr id="120" name="Google Shape;120;p23"/>
          <p:cNvSpPr txBox="1"/>
          <p:nvPr>
            <p:ph idx="1" type="subTitle"/>
          </p:nvPr>
        </p:nvSpPr>
        <p:spPr>
          <a:xfrm>
            <a:off x="685800" y="2099075"/>
            <a:ext cx="2831700" cy="35400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lang="en-US"/>
              <a:t>The data set contains 38 patches (of the same size), each consisting of a true orthophoto (TOP) extracted from a larger TOP mosaic.</a:t>
            </a:r>
            <a:endParaRPr/>
          </a:p>
        </p:txBody>
      </p:sp>
      <p:pic>
        <p:nvPicPr>
          <p:cNvPr id="121" name="Google Shape;121;p23"/>
          <p:cNvPicPr preferRelativeResize="0"/>
          <p:nvPr/>
        </p:nvPicPr>
        <p:blipFill>
          <a:blip r:embed="rId3">
            <a:alphaModFix/>
          </a:blip>
          <a:stretch>
            <a:fillRect/>
          </a:stretch>
        </p:blipFill>
        <p:spPr>
          <a:xfrm>
            <a:off x="3517438" y="2369760"/>
            <a:ext cx="4894874" cy="32694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1258887" y="1125537"/>
            <a:ext cx="7416800" cy="5048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Remote Sensing Image Sample</a:t>
            </a:r>
            <a:endParaRPr b="1" sz="2400">
              <a:solidFill>
                <a:srgbClr val="822433"/>
              </a:solidFill>
              <a:latin typeface="Calibri"/>
              <a:ea typeface="Calibri"/>
              <a:cs typeface="Calibri"/>
              <a:sym typeface="Calibri"/>
            </a:endParaRPr>
          </a:p>
        </p:txBody>
      </p:sp>
      <p:pic>
        <p:nvPicPr>
          <p:cNvPr id="127" name="Google Shape;127;p24"/>
          <p:cNvPicPr preferRelativeResize="0"/>
          <p:nvPr/>
        </p:nvPicPr>
        <p:blipFill>
          <a:blip r:embed="rId3">
            <a:alphaModFix/>
          </a:blip>
          <a:stretch>
            <a:fillRect/>
          </a:stretch>
        </p:blipFill>
        <p:spPr>
          <a:xfrm>
            <a:off x="703226" y="1806075"/>
            <a:ext cx="7737550" cy="3699175"/>
          </a:xfrm>
          <a:prstGeom prst="rect">
            <a:avLst/>
          </a:prstGeom>
          <a:noFill/>
          <a:ln>
            <a:noFill/>
          </a:ln>
        </p:spPr>
      </p:pic>
      <p:sp>
        <p:nvSpPr>
          <p:cNvPr id="128" name="Google Shape;128;p24"/>
          <p:cNvSpPr txBox="1"/>
          <p:nvPr>
            <p:ph idx="1" type="body"/>
          </p:nvPr>
        </p:nvSpPr>
        <p:spPr>
          <a:xfrm>
            <a:off x="863675" y="5505250"/>
            <a:ext cx="7577100" cy="583800"/>
          </a:xfrm>
          <a:prstGeom prst="rect">
            <a:avLst/>
          </a:prstGeom>
          <a:noFill/>
          <a:ln>
            <a:noFill/>
          </a:ln>
        </p:spPr>
        <p:txBody>
          <a:bodyPr anchorCtr="0" anchor="t" bIns="45700" lIns="91425" spcFirstLastPara="1" rIns="91425" wrap="square" tIns="45700">
            <a:noAutofit/>
          </a:bodyPr>
          <a:lstStyle/>
          <a:p>
            <a:pPr indent="-190500" lvl="0" marL="342900" marR="0" rtl="0" algn="l">
              <a:spcBef>
                <a:spcPts val="0"/>
              </a:spcBef>
              <a:spcAft>
                <a:spcPts val="0"/>
              </a:spcAft>
              <a:buClr>
                <a:srgbClr val="822433"/>
              </a:buClr>
              <a:buSzPts val="2400"/>
              <a:buFont typeface="Calibri"/>
              <a:buNone/>
            </a:pPr>
            <a:r>
              <a:rPr i="1" lang="en-US" sz="1400"/>
              <a:t>Image sample of a RSI with its mask from ISPRS Potsdam Dataset. The treue orthophoto on the right while the masks on the left. Each object in the scene is labelled with the category of interest.</a:t>
            </a:r>
            <a:endParaRPr i="1" sz="1400">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ctrTitle"/>
          </p:nvPr>
        </p:nvSpPr>
        <p:spPr>
          <a:xfrm>
            <a:off x="685800" y="1118575"/>
            <a:ext cx="7772400" cy="6936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MAResUNet Architecture</a:t>
            </a:r>
            <a:endParaRPr/>
          </a:p>
        </p:txBody>
      </p:sp>
      <p:sp>
        <p:nvSpPr>
          <p:cNvPr id="135" name="Google Shape;135;p25"/>
          <p:cNvSpPr txBox="1"/>
          <p:nvPr>
            <p:ph idx="1" type="subTitle"/>
          </p:nvPr>
        </p:nvSpPr>
        <p:spPr>
          <a:xfrm>
            <a:off x="304200" y="5092250"/>
            <a:ext cx="8617200" cy="628200"/>
          </a:xfrm>
          <a:prstGeom prst="rect">
            <a:avLst/>
          </a:prstGeom>
        </p:spPr>
        <p:txBody>
          <a:bodyPr anchorCtr="0" anchor="t" bIns="45700" lIns="91425" spcFirstLastPara="1" rIns="91425" wrap="square" tIns="45700">
            <a:noAutofit/>
          </a:bodyPr>
          <a:lstStyle/>
          <a:p>
            <a:pPr indent="0" lvl="0" marL="0" rtl="0" algn="ctr">
              <a:spcBef>
                <a:spcPts val="480"/>
              </a:spcBef>
              <a:spcAft>
                <a:spcPts val="0"/>
              </a:spcAft>
              <a:buNone/>
            </a:pPr>
            <a:r>
              <a:rPr lang="en-US" sz="1600">
                <a:latin typeface="Arial"/>
                <a:ea typeface="Arial"/>
                <a:cs typeface="Arial"/>
                <a:sym typeface="Arial"/>
              </a:rPr>
              <a:t>MARes-UNet architecture (left) and MARes-UNet attention block (right).</a:t>
            </a:r>
            <a:endParaRPr sz="1600">
              <a:latin typeface="Arial"/>
              <a:ea typeface="Arial"/>
              <a:cs typeface="Arial"/>
              <a:sym typeface="Arial"/>
            </a:endParaRPr>
          </a:p>
          <a:p>
            <a:pPr indent="0" lvl="0" marL="0" rtl="0" algn="ctr">
              <a:spcBef>
                <a:spcPts val="480"/>
              </a:spcBef>
              <a:spcAft>
                <a:spcPts val="0"/>
              </a:spcAft>
              <a:buNone/>
            </a:pPr>
            <a:r>
              <a:rPr lang="en-US" sz="1600">
                <a:latin typeface="Arial"/>
                <a:ea typeface="Arial"/>
                <a:cs typeface="Arial"/>
                <a:sym typeface="Arial"/>
              </a:rPr>
              <a:t>(MARes-UNet : Multi Stage Attention Residual Network)</a:t>
            </a:r>
            <a:endParaRPr sz="1600">
              <a:latin typeface="Arial"/>
              <a:ea typeface="Arial"/>
              <a:cs typeface="Arial"/>
              <a:sym typeface="Arial"/>
            </a:endParaRPr>
          </a:p>
        </p:txBody>
      </p:sp>
      <p:pic>
        <p:nvPicPr>
          <p:cNvPr id="136" name="Google Shape;136;p25"/>
          <p:cNvPicPr preferRelativeResize="0"/>
          <p:nvPr/>
        </p:nvPicPr>
        <p:blipFill>
          <a:blip r:embed="rId3">
            <a:alphaModFix/>
          </a:blip>
          <a:stretch>
            <a:fillRect/>
          </a:stretch>
        </p:blipFill>
        <p:spPr>
          <a:xfrm>
            <a:off x="1202625" y="1915624"/>
            <a:ext cx="6672599" cy="30267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ctrTitle"/>
          </p:nvPr>
        </p:nvSpPr>
        <p:spPr>
          <a:xfrm>
            <a:off x="685800" y="1105350"/>
            <a:ext cx="7772400" cy="7398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DINO Pre-Training</a:t>
            </a:r>
            <a:endParaRPr/>
          </a:p>
        </p:txBody>
      </p:sp>
      <p:sp>
        <p:nvSpPr>
          <p:cNvPr id="143" name="Google Shape;143;p26"/>
          <p:cNvSpPr txBox="1"/>
          <p:nvPr>
            <p:ph idx="1" type="subTitle"/>
          </p:nvPr>
        </p:nvSpPr>
        <p:spPr>
          <a:xfrm>
            <a:off x="178550" y="4794650"/>
            <a:ext cx="8762700" cy="1249800"/>
          </a:xfrm>
          <a:prstGeom prst="rect">
            <a:avLst/>
          </a:prstGeom>
        </p:spPr>
        <p:txBody>
          <a:bodyPr anchorCtr="0" anchor="t" bIns="45700" lIns="91425" spcFirstLastPara="1" rIns="91425" wrap="square" tIns="45700">
            <a:noAutofit/>
          </a:bodyPr>
          <a:lstStyle/>
          <a:p>
            <a:pPr indent="0" lvl="0" marL="0" rtl="0" algn="just">
              <a:spcBef>
                <a:spcPts val="480"/>
              </a:spcBef>
              <a:spcAft>
                <a:spcPts val="0"/>
              </a:spcAft>
              <a:buNone/>
            </a:pPr>
            <a:r>
              <a:rPr lang="en-US" sz="1400"/>
              <a:t>Both networks have the same architecture but different parameters. The output of the teacher network is centered on a mean computed over the batch. Each network outputs a K dimensional feature normalized with a temperature softmax over the feature dimension. Their similarity is then measured with a cross-entropy loss. We apply a stop-gradient (sg) operator on the teacher to propagate gradients only through the student. The teacher parameters are updated with an exponential moving average (ema) of the student parameters.</a:t>
            </a:r>
            <a:endParaRPr sz="1400"/>
          </a:p>
        </p:txBody>
      </p:sp>
      <p:pic>
        <p:nvPicPr>
          <p:cNvPr id="144" name="Google Shape;144;p26"/>
          <p:cNvPicPr preferRelativeResize="0"/>
          <p:nvPr/>
        </p:nvPicPr>
        <p:blipFill>
          <a:blip r:embed="rId3">
            <a:alphaModFix/>
          </a:blip>
          <a:stretch>
            <a:fillRect/>
          </a:stretch>
        </p:blipFill>
        <p:spPr>
          <a:xfrm>
            <a:off x="77800" y="1845138"/>
            <a:ext cx="3248025" cy="2867025"/>
          </a:xfrm>
          <a:prstGeom prst="rect">
            <a:avLst/>
          </a:prstGeom>
          <a:noFill/>
          <a:ln>
            <a:noFill/>
          </a:ln>
        </p:spPr>
      </p:pic>
      <p:pic>
        <p:nvPicPr>
          <p:cNvPr id="145" name="Google Shape;145;p26"/>
          <p:cNvPicPr preferRelativeResize="0"/>
          <p:nvPr/>
        </p:nvPicPr>
        <p:blipFill>
          <a:blip r:embed="rId4">
            <a:alphaModFix/>
          </a:blip>
          <a:stretch>
            <a:fillRect/>
          </a:stretch>
        </p:blipFill>
        <p:spPr>
          <a:xfrm>
            <a:off x="3907850" y="1845150"/>
            <a:ext cx="4590018" cy="2245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ctrTitle"/>
          </p:nvPr>
        </p:nvSpPr>
        <p:spPr>
          <a:xfrm>
            <a:off x="685800" y="886950"/>
            <a:ext cx="7772400" cy="5412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VQ-VAE Architecture</a:t>
            </a:r>
            <a:endParaRPr/>
          </a:p>
        </p:txBody>
      </p:sp>
      <p:sp>
        <p:nvSpPr>
          <p:cNvPr id="152" name="Google Shape;152;p27"/>
          <p:cNvSpPr txBox="1"/>
          <p:nvPr>
            <p:ph idx="1" type="subTitle"/>
          </p:nvPr>
        </p:nvSpPr>
        <p:spPr>
          <a:xfrm>
            <a:off x="615150" y="4715275"/>
            <a:ext cx="7913700" cy="685200"/>
          </a:xfrm>
          <a:prstGeom prst="rect">
            <a:avLst/>
          </a:prstGeom>
        </p:spPr>
        <p:txBody>
          <a:bodyPr anchorCtr="0" anchor="t" bIns="45700" lIns="91425" spcFirstLastPara="1" rIns="91425" wrap="square" tIns="45700">
            <a:noAutofit/>
          </a:bodyPr>
          <a:lstStyle/>
          <a:p>
            <a:pPr indent="0" lvl="0" marL="0" rtl="0" algn="just">
              <a:spcBef>
                <a:spcPts val="480"/>
              </a:spcBef>
              <a:spcAft>
                <a:spcPts val="0"/>
              </a:spcAft>
              <a:buNone/>
            </a:pPr>
            <a:r>
              <a:rPr lang="en-US" sz="1200"/>
              <a:t>Left: A figure describing the VQ-VAE. Right: Visualisation of the embedding space. The output of the encoder z(x) is mapped to the nearest point e2. The gradient ∆z L (in red) will push the encoder to change its output, which could alter the configuration in the next forward pass. Source : "Neural Discrete Representation Learning"</a:t>
            </a:r>
            <a:endParaRPr sz="1200"/>
          </a:p>
        </p:txBody>
      </p:sp>
      <p:pic>
        <p:nvPicPr>
          <p:cNvPr id="153" name="Google Shape;153;p27"/>
          <p:cNvPicPr preferRelativeResize="0"/>
          <p:nvPr/>
        </p:nvPicPr>
        <p:blipFill>
          <a:blip r:embed="rId3">
            <a:alphaModFix/>
          </a:blip>
          <a:stretch>
            <a:fillRect/>
          </a:stretch>
        </p:blipFill>
        <p:spPr>
          <a:xfrm>
            <a:off x="829775" y="1478925"/>
            <a:ext cx="7484452" cy="3185575"/>
          </a:xfrm>
          <a:prstGeom prst="rect">
            <a:avLst/>
          </a:prstGeom>
          <a:noFill/>
          <a:ln>
            <a:noFill/>
          </a:ln>
        </p:spPr>
      </p:pic>
      <p:pic>
        <p:nvPicPr>
          <p:cNvPr id="154" name="Google Shape;154;p27"/>
          <p:cNvPicPr preferRelativeResize="0"/>
          <p:nvPr/>
        </p:nvPicPr>
        <p:blipFill>
          <a:blip r:embed="rId4">
            <a:alphaModFix/>
          </a:blip>
          <a:stretch>
            <a:fillRect/>
          </a:stretch>
        </p:blipFill>
        <p:spPr>
          <a:xfrm>
            <a:off x="1695450" y="5548200"/>
            <a:ext cx="5753100" cy="476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1258887" y="1125537"/>
            <a:ext cx="7416800" cy="5048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Evaluated Models in Test Phase</a:t>
            </a:r>
            <a:endParaRPr b="1" sz="2400">
              <a:solidFill>
                <a:srgbClr val="822433"/>
              </a:solidFill>
              <a:latin typeface="Calibri"/>
              <a:ea typeface="Calibri"/>
              <a:cs typeface="Calibri"/>
              <a:sym typeface="Calibri"/>
            </a:endParaRPr>
          </a:p>
        </p:txBody>
      </p:sp>
      <p:graphicFrame>
        <p:nvGraphicFramePr>
          <p:cNvPr id="160" name="Google Shape;160;p28"/>
          <p:cNvGraphicFramePr/>
          <p:nvPr/>
        </p:nvGraphicFramePr>
        <p:xfrm>
          <a:off x="536262" y="2043575"/>
          <a:ext cx="3000000" cy="3000000"/>
        </p:xfrm>
        <a:graphic>
          <a:graphicData uri="http://schemas.openxmlformats.org/drawingml/2006/table">
            <a:tbl>
              <a:tblPr>
                <a:noFill/>
                <a:tableStyleId>{FCF4DFFA-334A-45C6-8910-37C9FB8814FB}</a:tableStyleId>
              </a:tblPr>
              <a:tblGrid>
                <a:gridCol w="1890400"/>
                <a:gridCol w="1237000"/>
                <a:gridCol w="1235700"/>
                <a:gridCol w="1237000"/>
                <a:gridCol w="1235700"/>
                <a:gridCol w="1235700"/>
              </a:tblGrid>
              <a:tr h="371475">
                <a:tc>
                  <a:txBody>
                    <a:bodyPr/>
                    <a:lstStyle/>
                    <a:p>
                      <a:pPr indent="0" lvl="0" marL="0" marR="0" rtl="0" algn="l">
                        <a:spcBef>
                          <a:spcPts val="0"/>
                        </a:spcBef>
                        <a:spcAft>
                          <a:spcPts val="0"/>
                        </a:spcAft>
                        <a:buNone/>
                      </a:pPr>
                      <a:r>
                        <a:rPr lang="en-US" sz="1650"/>
                        <a:t>Model </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US" sz="1650"/>
                        <a:t>backbone</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US" sz="1650"/>
                        <a:t>pretrain</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US" sz="1650"/>
                        <a:t>OA</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US" sz="1650"/>
                        <a:t>mIoU</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1"/>
                    </a:solidFill>
                  </a:tcPr>
                </a:tc>
                <a:tc>
                  <a:txBody>
                    <a:bodyPr/>
                    <a:lstStyle/>
                    <a:p>
                      <a:pPr indent="0" lvl="0" marL="0" rtl="0" algn="l">
                        <a:spcBef>
                          <a:spcPts val="0"/>
                        </a:spcBef>
                        <a:spcAft>
                          <a:spcPts val="0"/>
                        </a:spcAft>
                        <a:buClr>
                          <a:srgbClr val="000000"/>
                        </a:buClr>
                        <a:buFont typeface="Arial"/>
                        <a:buNone/>
                      </a:pPr>
                      <a:r>
                        <a:rPr lang="en-US" sz="1650"/>
                        <a:t>F1</a:t>
                      </a:r>
                      <a:endParaRPr sz="165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822433"/>
                    </a:solidFill>
                  </a:tcPr>
                </a:tc>
              </a:tr>
              <a:tr h="369875">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MAResUNet</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ResNet18</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ImageNet</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650"/>
                        <a:t>79.05</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650"/>
                        <a:t>60.44</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650"/>
                        <a:t>72.16</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r>
              <a:tr h="371475">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MAResUNet</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ResNet34</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ImageNet</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650"/>
                        <a:t>79.12</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650"/>
                        <a:t>60.42</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650"/>
                        <a:t>72.15</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r>
              <a:tr h="371475">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MAResUNet</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ResNet18</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DINO</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650"/>
                        <a:t>74.14</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650"/>
                        <a:t>52.95</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650"/>
                        <a:t>65.65</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r>
              <a:tr h="369875">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MAResUNet</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ResNet34</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DINO</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650"/>
                        <a:t>73.92 </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650"/>
                        <a:t>52.52</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650"/>
                        <a:t>65.27</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r>
              <a:tr h="371475">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MAResUNet-VQ</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ResNet18</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ImageNet</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650"/>
                        <a:t>74.99 </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650"/>
                        <a:t>54.27</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650"/>
                        <a:t>66.83</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r>
              <a:tr h="369875">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MAResUNet-VQ</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ResNet34</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ImageNet</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650"/>
                        <a:t>74.37 </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650"/>
                        <a:t>53.39</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650"/>
                        <a:t>65.95 </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r>
              <a:tr h="371475">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MAResUNet-VQ</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ResNet18</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DINO</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650"/>
                        <a:t>70.22</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650"/>
                        <a:t>46.47</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c>
                  <a:txBody>
                    <a:bodyPr/>
                    <a:lstStyle/>
                    <a:p>
                      <a:pPr indent="0" lvl="0" marL="0" marR="0" rtl="0" algn="l">
                        <a:spcBef>
                          <a:spcPts val="0"/>
                        </a:spcBef>
                        <a:spcAft>
                          <a:spcPts val="0"/>
                        </a:spcAft>
                        <a:buNone/>
                      </a:pPr>
                      <a:r>
                        <a:rPr lang="en-US" sz="1650"/>
                        <a:t>59.28</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8CCCD"/>
                    </a:solidFill>
                  </a:tcPr>
                </a:tc>
              </a:tr>
              <a:tr h="371475">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MAResUNet-VQ</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ResNet34</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DINO</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650"/>
                        <a:t>70.33 </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650"/>
                        <a:t>46.68</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c>
                  <a:txBody>
                    <a:bodyPr/>
                    <a:lstStyle/>
                    <a:p>
                      <a:pPr indent="0" lvl="0" marL="0" marR="0" rtl="0" algn="l">
                        <a:spcBef>
                          <a:spcPts val="0"/>
                        </a:spcBef>
                        <a:spcAft>
                          <a:spcPts val="0"/>
                        </a:spcAft>
                        <a:buNone/>
                      </a:pPr>
                      <a:r>
                        <a:rPr lang="en-US" sz="1650"/>
                        <a:t>59.49</a:t>
                      </a:r>
                      <a:endParaRPr sz="1800">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DE8E8"/>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1258887" y="1125537"/>
            <a:ext cx="7416900" cy="5049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Per Class </a:t>
            </a:r>
            <a:r>
              <a:rPr lang="en-US"/>
              <a:t>Pixel accuracy scores from test phase</a:t>
            </a:r>
            <a:endParaRPr/>
          </a:p>
        </p:txBody>
      </p:sp>
      <p:pic>
        <p:nvPicPr>
          <p:cNvPr id="167" name="Google Shape;167;p29"/>
          <p:cNvPicPr preferRelativeResize="0"/>
          <p:nvPr/>
        </p:nvPicPr>
        <p:blipFill>
          <a:blip r:embed="rId3">
            <a:alphaModFix/>
          </a:blip>
          <a:stretch>
            <a:fillRect/>
          </a:stretch>
        </p:blipFill>
        <p:spPr>
          <a:xfrm>
            <a:off x="366700" y="2105025"/>
            <a:ext cx="8410575" cy="2647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30"/>
          <p:cNvPicPr preferRelativeResize="0"/>
          <p:nvPr/>
        </p:nvPicPr>
        <p:blipFill>
          <a:blip r:embed="rId3">
            <a:alphaModFix/>
          </a:blip>
          <a:stretch>
            <a:fillRect/>
          </a:stretch>
        </p:blipFill>
        <p:spPr>
          <a:xfrm>
            <a:off x="4688325" y="77838"/>
            <a:ext cx="4311750" cy="5689599"/>
          </a:xfrm>
          <a:prstGeom prst="rect">
            <a:avLst/>
          </a:prstGeom>
          <a:noFill/>
          <a:ln>
            <a:noFill/>
          </a:ln>
        </p:spPr>
      </p:pic>
      <p:pic>
        <p:nvPicPr>
          <p:cNvPr id="174" name="Google Shape;174;p30"/>
          <p:cNvPicPr preferRelativeResize="0"/>
          <p:nvPr/>
        </p:nvPicPr>
        <p:blipFill rotWithShape="1">
          <a:blip r:embed="rId4">
            <a:alphaModFix/>
          </a:blip>
          <a:srcRect b="-4460" l="0" r="-4460" t="0"/>
          <a:stretch/>
        </p:blipFill>
        <p:spPr>
          <a:xfrm>
            <a:off x="143925" y="77838"/>
            <a:ext cx="4457750" cy="58822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31"/>
          <p:cNvPicPr preferRelativeResize="0"/>
          <p:nvPr/>
        </p:nvPicPr>
        <p:blipFill>
          <a:blip r:embed="rId3">
            <a:alphaModFix/>
          </a:blip>
          <a:stretch>
            <a:fillRect/>
          </a:stretch>
        </p:blipFill>
        <p:spPr>
          <a:xfrm>
            <a:off x="68750" y="1337825"/>
            <a:ext cx="8839200" cy="4715400"/>
          </a:xfrm>
          <a:prstGeom prst="rect">
            <a:avLst/>
          </a:prstGeom>
          <a:noFill/>
          <a:ln>
            <a:noFill/>
          </a:ln>
        </p:spPr>
      </p:pic>
      <p:sp>
        <p:nvSpPr>
          <p:cNvPr id="181" name="Google Shape;181;p31"/>
          <p:cNvSpPr txBox="1"/>
          <p:nvPr>
            <p:ph type="title"/>
          </p:nvPr>
        </p:nvSpPr>
        <p:spPr>
          <a:xfrm>
            <a:off x="863562" y="832937"/>
            <a:ext cx="7416900" cy="5049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Pixel accuracy scores per model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32"/>
          <p:cNvPicPr preferRelativeResize="0"/>
          <p:nvPr/>
        </p:nvPicPr>
        <p:blipFill>
          <a:blip r:embed="rId3">
            <a:alphaModFix/>
          </a:blip>
          <a:stretch>
            <a:fillRect/>
          </a:stretch>
        </p:blipFill>
        <p:spPr>
          <a:xfrm>
            <a:off x="152400" y="1348075"/>
            <a:ext cx="8839200" cy="4715400"/>
          </a:xfrm>
          <a:prstGeom prst="rect">
            <a:avLst/>
          </a:prstGeom>
          <a:noFill/>
          <a:ln>
            <a:noFill/>
          </a:ln>
        </p:spPr>
      </p:pic>
      <p:sp>
        <p:nvSpPr>
          <p:cNvPr id="188" name="Google Shape;188;p32"/>
          <p:cNvSpPr txBox="1"/>
          <p:nvPr>
            <p:ph type="title"/>
          </p:nvPr>
        </p:nvSpPr>
        <p:spPr>
          <a:xfrm>
            <a:off x="863562" y="843187"/>
            <a:ext cx="7416900" cy="5049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mIoU/Jaccard Index</a:t>
            </a:r>
            <a:r>
              <a:rPr lang="en-US"/>
              <a:t> scores per model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type="title"/>
          </p:nvPr>
        </p:nvSpPr>
        <p:spPr>
          <a:xfrm>
            <a:off x="863562" y="847787"/>
            <a:ext cx="7416900" cy="5049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MAResUNet inference sample</a:t>
            </a:r>
            <a:endParaRPr/>
          </a:p>
        </p:txBody>
      </p:sp>
      <p:sp>
        <p:nvSpPr>
          <p:cNvPr id="195" name="Google Shape;195;p33"/>
          <p:cNvSpPr txBox="1"/>
          <p:nvPr>
            <p:ph idx="1" type="body"/>
          </p:nvPr>
        </p:nvSpPr>
        <p:spPr>
          <a:xfrm>
            <a:off x="6183452" y="1752600"/>
            <a:ext cx="2492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Batch of patches extracted with the use of the MAResUNet model using a </a:t>
            </a:r>
            <a:r>
              <a:rPr lang="en-US"/>
              <a:t>ResNet 18</a:t>
            </a:r>
            <a:r>
              <a:rPr lang="en-US"/>
              <a:t> as backbone.</a:t>
            </a:r>
            <a:endParaRPr/>
          </a:p>
        </p:txBody>
      </p:sp>
      <p:pic>
        <p:nvPicPr>
          <p:cNvPr id="196" name="Google Shape;196;p33"/>
          <p:cNvPicPr preferRelativeResize="0"/>
          <p:nvPr/>
        </p:nvPicPr>
        <p:blipFill>
          <a:blip r:embed="rId3">
            <a:alphaModFix/>
          </a:blip>
          <a:stretch>
            <a:fillRect/>
          </a:stretch>
        </p:blipFill>
        <p:spPr>
          <a:xfrm>
            <a:off x="430150" y="1509825"/>
            <a:ext cx="5231126" cy="45545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type="title"/>
          </p:nvPr>
        </p:nvSpPr>
        <p:spPr>
          <a:xfrm>
            <a:off x="1258875" y="972547"/>
            <a:ext cx="7416900" cy="62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3000"/>
              <a:t>Conclusion and future studies</a:t>
            </a:r>
            <a:endParaRPr sz="3000"/>
          </a:p>
        </p:txBody>
      </p:sp>
      <p:pic>
        <p:nvPicPr>
          <p:cNvPr id="203" name="Google Shape;203;p34"/>
          <p:cNvPicPr preferRelativeResize="0"/>
          <p:nvPr/>
        </p:nvPicPr>
        <p:blipFill>
          <a:blip r:embed="rId3">
            <a:alphaModFix/>
          </a:blip>
          <a:stretch>
            <a:fillRect/>
          </a:stretch>
        </p:blipFill>
        <p:spPr>
          <a:xfrm>
            <a:off x="191475" y="1726737"/>
            <a:ext cx="4503525" cy="3921076"/>
          </a:xfrm>
          <a:prstGeom prst="rect">
            <a:avLst/>
          </a:prstGeom>
          <a:noFill/>
          <a:ln>
            <a:noFill/>
          </a:ln>
        </p:spPr>
      </p:pic>
      <p:pic>
        <p:nvPicPr>
          <p:cNvPr id="204" name="Google Shape;204;p34"/>
          <p:cNvPicPr preferRelativeResize="0"/>
          <p:nvPr/>
        </p:nvPicPr>
        <p:blipFill rotWithShape="1">
          <a:blip r:embed="rId4">
            <a:alphaModFix/>
          </a:blip>
          <a:srcRect b="-4460" l="0" r="-4460" t="0"/>
          <a:stretch/>
        </p:blipFill>
        <p:spPr>
          <a:xfrm>
            <a:off x="5379200" y="1386350"/>
            <a:ext cx="3487400" cy="46018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5"/>
          <p:cNvSpPr txBox="1"/>
          <p:nvPr/>
        </p:nvSpPr>
        <p:spPr>
          <a:xfrm>
            <a:off x="0" y="0"/>
            <a:ext cx="9144000" cy="3429000"/>
          </a:xfrm>
          <a:prstGeom prst="rect">
            <a:avLst/>
          </a:prstGeom>
          <a:solidFill>
            <a:srgbClr val="00677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900" u="none">
              <a:solidFill>
                <a:schemeClr val="lt1"/>
              </a:solidFill>
              <a:latin typeface="Arial"/>
              <a:ea typeface="Arial"/>
              <a:cs typeface="Arial"/>
              <a:sym typeface="Arial"/>
            </a:endParaRPr>
          </a:p>
        </p:txBody>
      </p:sp>
      <p:grpSp>
        <p:nvGrpSpPr>
          <p:cNvPr id="211" name="Google Shape;211;p35"/>
          <p:cNvGrpSpPr/>
          <p:nvPr/>
        </p:nvGrpSpPr>
        <p:grpSpPr>
          <a:xfrm>
            <a:off x="0" y="2759075"/>
            <a:ext cx="9145587" cy="4098925"/>
            <a:chOff x="0" y="1738"/>
            <a:chExt cx="5761" cy="2582"/>
          </a:xfrm>
        </p:grpSpPr>
        <p:pic>
          <p:nvPicPr>
            <p:cNvPr descr="Fondino" id="212" name="Google Shape;212;p35"/>
            <p:cNvPicPr preferRelativeResize="0"/>
            <p:nvPr/>
          </p:nvPicPr>
          <p:blipFill rotWithShape="1">
            <a:blip r:embed="rId3">
              <a:alphaModFix/>
            </a:blip>
            <a:srcRect b="0" l="0" r="0" t="0"/>
            <a:stretch/>
          </p:blipFill>
          <p:spPr>
            <a:xfrm>
              <a:off x="0" y="2158"/>
              <a:ext cx="5760" cy="2162"/>
            </a:xfrm>
            <a:prstGeom prst="rect">
              <a:avLst/>
            </a:prstGeom>
            <a:noFill/>
            <a:ln>
              <a:noFill/>
            </a:ln>
          </p:spPr>
        </p:pic>
        <p:pic>
          <p:nvPicPr>
            <p:cNvPr descr="logo +marchio" id="213" name="Google Shape;213;p35"/>
            <p:cNvPicPr preferRelativeResize="0"/>
            <p:nvPr/>
          </p:nvPicPr>
          <p:blipFill rotWithShape="1">
            <a:blip r:embed="rId4">
              <a:alphaModFix/>
            </a:blip>
            <a:srcRect b="0" l="0" r="0" t="0"/>
            <a:stretch/>
          </p:blipFill>
          <p:spPr>
            <a:xfrm>
              <a:off x="0" y="2160"/>
              <a:ext cx="5761" cy="722"/>
            </a:xfrm>
            <a:prstGeom prst="rect">
              <a:avLst/>
            </a:prstGeom>
            <a:noFill/>
            <a:ln>
              <a:noFill/>
            </a:ln>
          </p:spPr>
        </p:pic>
        <p:pic>
          <p:nvPicPr>
            <p:cNvPr descr="fascia" id="214" name="Google Shape;214;p35"/>
            <p:cNvPicPr preferRelativeResize="0"/>
            <p:nvPr/>
          </p:nvPicPr>
          <p:blipFill rotWithShape="1">
            <a:blip r:embed="rId5">
              <a:alphaModFix/>
            </a:blip>
            <a:srcRect b="0" l="0" r="0" t="0"/>
            <a:stretch/>
          </p:blipFill>
          <p:spPr>
            <a:xfrm>
              <a:off x="1316" y="1738"/>
              <a:ext cx="4444" cy="422"/>
            </a:xfrm>
            <a:prstGeom prst="rect">
              <a:avLst/>
            </a:prstGeom>
            <a:noFill/>
            <a:ln>
              <a:noFill/>
            </a:ln>
          </p:spPr>
        </p:pic>
      </p:grpSp>
      <p:sp>
        <p:nvSpPr>
          <p:cNvPr id="215" name="Google Shape;215;p35"/>
          <p:cNvSpPr txBox="1"/>
          <p:nvPr>
            <p:ph type="ctrTitle"/>
          </p:nvPr>
        </p:nvSpPr>
        <p:spPr>
          <a:xfrm>
            <a:off x="2089150" y="188912"/>
            <a:ext cx="6369050" cy="19796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600"/>
              <a:buFont typeface="Calibri"/>
              <a:buNone/>
            </a:pPr>
            <a:r>
              <a:rPr b="0" lang="en-US" sz="1600">
                <a:solidFill>
                  <a:schemeClr val="lt1"/>
                </a:solidFill>
              </a:rPr>
              <a:t>Dipartimento: INGEGNERIA INFORMATICA, AUTOMATICA E GESTIONALE "ANTONIO RUBERTI"</a:t>
            </a:r>
            <a:br>
              <a:rPr b="0" lang="en-US" sz="1600">
                <a:solidFill>
                  <a:schemeClr val="lt1"/>
                </a:solidFill>
              </a:rPr>
            </a:br>
            <a:br>
              <a:rPr b="0" lang="en-US" sz="1600">
                <a:solidFill>
                  <a:schemeClr val="lt1"/>
                </a:solidFill>
              </a:rPr>
            </a:br>
            <a:r>
              <a:rPr b="0" lang="en-US" sz="1600">
                <a:solidFill>
                  <a:schemeClr val="lt1"/>
                </a:solidFill>
              </a:rPr>
              <a:t>Facoltà di Ingegneria dell'informazione, informatica e statistica, Università di Roma Sapienza</a:t>
            </a:r>
            <a:br>
              <a:rPr b="0" lang="en-US" sz="1600">
                <a:solidFill>
                  <a:schemeClr val="lt1"/>
                </a:solidFill>
              </a:rPr>
            </a:br>
            <a:r>
              <a:rPr b="0" lang="en-US" sz="1600">
                <a:solidFill>
                  <a:schemeClr val="lt1"/>
                </a:solidFill>
              </a:rPr>
              <a:t>Anno Accademico 2021-2022</a:t>
            </a:r>
            <a:br>
              <a:rPr b="0" lang="en-US" sz="1600">
                <a:solidFill>
                  <a:schemeClr val="lt1"/>
                </a:solidFill>
              </a:rPr>
            </a:br>
            <a:br>
              <a:rPr b="0" lang="en-US" sz="1600">
                <a:solidFill>
                  <a:schemeClr val="lt1"/>
                </a:solidFill>
              </a:rPr>
            </a:br>
            <a:r>
              <a:rPr b="0" lang="en-US" sz="1600">
                <a:solidFill>
                  <a:schemeClr val="lt1"/>
                </a:solidFill>
              </a:rPr>
              <a:t>Dr. Matteo Campana</a:t>
            </a:r>
            <a:endParaRPr>
              <a:solidFill>
                <a:schemeClr val="dk1"/>
              </a:solidFill>
            </a:endParaRPr>
          </a:p>
          <a:p>
            <a:pPr indent="0" lvl="0" marL="0" rtl="0" algn="l">
              <a:lnSpc>
                <a:spcPct val="100000"/>
              </a:lnSpc>
              <a:spcBef>
                <a:spcPts val="0"/>
              </a:spcBef>
              <a:spcAft>
                <a:spcPts val="0"/>
              </a:spcAft>
              <a:buClr>
                <a:srgbClr val="FFFFFF"/>
              </a:buClr>
              <a:buSzPts val="1600"/>
              <a:buFont typeface="Calibri"/>
              <a:buNone/>
            </a:pPr>
            <a:r>
              <a:t/>
            </a:r>
            <a:endParaRPr b="0" sz="1600">
              <a:solidFill>
                <a:srgbClr val="FFFFFF"/>
              </a:solidFill>
            </a:endParaRPr>
          </a:p>
        </p:txBody>
      </p:sp>
      <p:sp>
        <p:nvSpPr>
          <p:cNvPr id="216" name="Google Shape;216;p35"/>
          <p:cNvSpPr txBox="1"/>
          <p:nvPr/>
        </p:nvSpPr>
        <p:spPr>
          <a:xfrm>
            <a:off x="2498021" y="5894375"/>
            <a:ext cx="6369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800"/>
              <a:buFont typeface="Calibri"/>
              <a:buNone/>
            </a:pPr>
            <a:r>
              <a:rPr b="0" i="0" lang="en-US" sz="3600" u="none">
                <a:solidFill>
                  <a:srgbClr val="FFFFFF"/>
                </a:solidFill>
                <a:latin typeface="Calibri"/>
                <a:ea typeface="Calibri"/>
                <a:cs typeface="Calibri"/>
                <a:sym typeface="Calibri"/>
              </a:rPr>
              <a:t>Grazie per la Vostra Attenzione!</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name="Default Theme">
  <a:themeElements>
    <a:clrScheme name="">
      <a:dk1>
        <a:srgbClr val="822433"/>
      </a:dk1>
      <a:lt1>
        <a:srgbClr val="FFFFFF"/>
      </a:lt1>
      <a:dk2>
        <a:srgbClr val="822433"/>
      </a:dk2>
      <a:lt2>
        <a:srgbClr val="808080"/>
      </a:lt2>
      <a:accent1>
        <a:srgbClr val="BBE0E3"/>
      </a:accent1>
      <a:accent2>
        <a:srgbClr val="FFFF00"/>
      </a:accent2>
      <a:accent3>
        <a:srgbClr val="FFFFFF"/>
      </a:accent3>
      <a:accent4>
        <a:srgbClr val="6E1D2A"/>
      </a:accent4>
      <a:accent5>
        <a:srgbClr val="DAEDEF"/>
      </a:accent5>
      <a:accent6>
        <a:srgbClr val="E7E700"/>
      </a:accent6>
      <a:hlink>
        <a:srgbClr val="0000FF"/>
      </a:hlink>
      <a:folHlink>
        <a:srgbClr val="FF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